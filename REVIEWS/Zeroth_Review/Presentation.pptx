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8" r:id="rId4"/>
    <p:sldId id="269" r:id="rId5"/>
    <p:sldId id="270" r:id="rId6"/>
    <p:sldId id="274" r:id="rId7"/>
    <p:sldId id="272" r:id="rId8"/>
    <p:sldId id="275" r:id="rId9"/>
    <p:sldId id="273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B442AD-CA5A-4E37-836D-2BACCFBB0C89}" v="177" dt="2025-11-12T05:02:51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 M K (RA2211038010012)" userId="3e9309d3-a25f-4e99-bac2-603b94ed61f5" providerId="ADAL" clId="{2E910AB6-D45F-3125-B795-0A178C661557}"/>
    <pc:docChg chg="modSld">
      <pc:chgData name="TEJAS M K (RA2211038010012)" userId="3e9309d3-a25f-4e99-bac2-603b94ed61f5" providerId="ADAL" clId="{2E910AB6-D45F-3125-B795-0A178C661557}" dt="2025-11-12T04:21:24.765" v="11" actId="20577"/>
      <pc:docMkLst>
        <pc:docMk/>
      </pc:docMkLst>
      <pc:sldChg chg="modSp mod">
        <pc:chgData name="TEJAS M K (RA2211038010012)" userId="3e9309d3-a25f-4e99-bac2-603b94ed61f5" providerId="ADAL" clId="{2E910AB6-D45F-3125-B795-0A178C661557}" dt="2025-11-12T04:21:24.765" v="11" actId="20577"/>
        <pc:sldMkLst>
          <pc:docMk/>
          <pc:sldMk cId="4239129381" sldId="257"/>
        </pc:sldMkLst>
        <pc:spChg chg="mod">
          <ac:chgData name="TEJAS M K (RA2211038010012)" userId="3e9309d3-a25f-4e99-bac2-603b94ed61f5" providerId="ADAL" clId="{2E910AB6-D45F-3125-B795-0A178C661557}" dt="2025-11-12T04:21:24.765" v="11" actId="20577"/>
          <ac:spMkLst>
            <pc:docMk/>
            <pc:sldMk cId="4239129381" sldId="257"/>
            <ac:spMk id="9" creationId="{E7CA3348-C735-A36B-DB34-F867CEEB1926}"/>
          </ac:spMkLst>
        </pc:spChg>
      </pc:sldChg>
    </pc:docChg>
  </pc:docChgLst>
  <pc:docChgLst>
    <pc:chgData name="TEJAS M K (RA2211038010012)" userId="3e9309d3-a25f-4e99-bac2-603b94ed61f5" providerId="ADAL" clId="{87CBFDD7-A9CB-4B9F-858A-052CABBE3C65}"/>
    <pc:docChg chg="undo custSel addSld delSld modSld">
      <pc:chgData name="TEJAS M K (RA2211038010012)" userId="3e9309d3-a25f-4e99-bac2-603b94ed61f5" providerId="ADAL" clId="{87CBFDD7-A9CB-4B9F-858A-052CABBE3C65}" dt="2025-11-12T05:02:51.655" v="4271" actId="47"/>
      <pc:docMkLst>
        <pc:docMk/>
      </pc:docMkLst>
      <pc:sldChg chg="modSp mod">
        <pc:chgData name="TEJAS M K (RA2211038010012)" userId="3e9309d3-a25f-4e99-bac2-603b94ed61f5" providerId="ADAL" clId="{87CBFDD7-A9CB-4B9F-858A-052CABBE3C65}" dt="2025-11-09T13:09:43.464" v="1574" actId="1036"/>
        <pc:sldMkLst>
          <pc:docMk/>
          <pc:sldMk cId="604599352" sldId="256"/>
        </pc:sldMkLst>
        <pc:spChg chg="mod">
          <ac:chgData name="TEJAS M K (RA2211038010012)" userId="3e9309d3-a25f-4e99-bac2-603b94ed61f5" providerId="ADAL" clId="{87CBFDD7-A9CB-4B9F-858A-052CABBE3C65}" dt="2025-11-09T13:09:38.542" v="1569" actId="2711"/>
          <ac:spMkLst>
            <pc:docMk/>
            <pc:sldMk cId="604599352" sldId="256"/>
            <ac:spMk id="2" creationId="{00000000-0000-0000-0000-000000000000}"/>
          </ac:spMkLst>
        </pc:spChg>
        <pc:spChg chg="mod">
          <ac:chgData name="TEJAS M K (RA2211038010012)" userId="3e9309d3-a25f-4e99-bac2-603b94ed61f5" providerId="ADAL" clId="{87CBFDD7-A9CB-4B9F-858A-052CABBE3C65}" dt="2025-11-08T17:17:18.431" v="1500" actId="2711"/>
          <ac:spMkLst>
            <pc:docMk/>
            <pc:sldMk cId="604599352" sldId="256"/>
            <ac:spMk id="4" creationId="{00000000-0000-0000-0000-000000000000}"/>
          </ac:spMkLst>
        </pc:spChg>
        <pc:spChg chg="mod">
          <ac:chgData name="TEJAS M K (RA2211038010012)" userId="3e9309d3-a25f-4e99-bac2-603b94ed61f5" providerId="ADAL" clId="{87CBFDD7-A9CB-4B9F-858A-052CABBE3C65}" dt="2025-11-09T13:09:43.464" v="1574" actId="1036"/>
          <ac:spMkLst>
            <pc:docMk/>
            <pc:sldMk cId="604599352" sldId="256"/>
            <ac:spMk id="6" creationId="{593AC0DA-A6FB-E83E-FA60-80DC659DA6AE}"/>
          </ac:spMkLst>
        </pc:spChg>
        <pc:spChg chg="mod">
          <ac:chgData name="TEJAS M K (RA2211038010012)" userId="3e9309d3-a25f-4e99-bac2-603b94ed61f5" providerId="ADAL" clId="{87CBFDD7-A9CB-4B9F-858A-052CABBE3C65}" dt="2025-11-09T13:09:38.542" v="1569" actId="2711"/>
          <ac:spMkLst>
            <pc:docMk/>
            <pc:sldMk cId="604599352" sldId="256"/>
            <ac:spMk id="8" creationId="{00000000-0000-0000-0000-000000000000}"/>
          </ac:spMkLst>
        </pc:spChg>
        <pc:spChg chg="mod">
          <ac:chgData name="TEJAS M K (RA2211038010012)" userId="3e9309d3-a25f-4e99-bac2-603b94ed61f5" providerId="ADAL" clId="{87CBFDD7-A9CB-4B9F-858A-052CABBE3C65}" dt="2025-11-09T13:09:38.542" v="1569" actId="2711"/>
          <ac:spMkLst>
            <pc:docMk/>
            <pc:sldMk cId="604599352" sldId="256"/>
            <ac:spMk id="10" creationId="{00000000-0000-0000-0000-000000000000}"/>
          </ac:spMkLst>
        </pc:spChg>
      </pc:sldChg>
      <pc:sldChg chg="addSp delSp modSp mod">
        <pc:chgData name="TEJAS M K (RA2211038010012)" userId="3e9309d3-a25f-4e99-bac2-603b94ed61f5" providerId="ADAL" clId="{87CBFDD7-A9CB-4B9F-858A-052CABBE3C65}" dt="2025-11-12T04:53:29.698" v="4269" actId="20577"/>
        <pc:sldMkLst>
          <pc:docMk/>
          <pc:sldMk cId="4239129381" sldId="257"/>
        </pc:sldMkLst>
        <pc:spChg chg="mod">
          <ac:chgData name="TEJAS M K (RA2211038010012)" userId="3e9309d3-a25f-4e99-bac2-603b94ed61f5" providerId="ADAL" clId="{87CBFDD7-A9CB-4B9F-858A-052CABBE3C65}" dt="2025-11-08T17:17:07.852" v="1499" actId="2711"/>
          <ac:spMkLst>
            <pc:docMk/>
            <pc:sldMk cId="4239129381" sldId="257"/>
            <ac:spMk id="4" creationId="{00000000-0000-0000-0000-000000000000}"/>
          </ac:spMkLst>
        </pc:spChg>
        <pc:spChg chg="mod">
          <ac:chgData name="TEJAS M K (RA2211038010012)" userId="3e9309d3-a25f-4e99-bac2-603b94ed61f5" providerId="ADAL" clId="{87CBFDD7-A9CB-4B9F-858A-052CABBE3C65}" dt="2025-11-11T15:00:54.103" v="3787" actId="1036"/>
          <ac:spMkLst>
            <pc:docMk/>
            <pc:sldMk cId="4239129381" sldId="257"/>
            <ac:spMk id="7" creationId="{B204E662-AC0D-BE34-BF2B-D8C606EBD2C4}"/>
          </ac:spMkLst>
        </pc:spChg>
        <pc:spChg chg="mod">
          <ac:chgData name="TEJAS M K (RA2211038010012)" userId="3e9309d3-a25f-4e99-bac2-603b94ed61f5" providerId="ADAL" clId="{87CBFDD7-A9CB-4B9F-858A-052CABBE3C65}" dt="2025-11-12T04:53:29.698" v="4269" actId="20577"/>
          <ac:spMkLst>
            <pc:docMk/>
            <pc:sldMk cId="4239129381" sldId="257"/>
            <ac:spMk id="9" creationId="{E7CA3348-C735-A36B-DB34-F867CEEB1926}"/>
          </ac:spMkLst>
        </pc:spChg>
      </pc:sldChg>
      <pc:sldChg chg="modSp mod">
        <pc:chgData name="TEJAS M K (RA2211038010012)" userId="3e9309d3-a25f-4e99-bac2-603b94ed61f5" providerId="ADAL" clId="{87CBFDD7-A9CB-4B9F-858A-052CABBE3C65}" dt="2025-11-11T09:08:17.764" v="2240" actId="404"/>
        <pc:sldMkLst>
          <pc:docMk/>
          <pc:sldMk cId="1149270915" sldId="265"/>
        </pc:sldMkLst>
        <pc:spChg chg="mod">
          <ac:chgData name="TEJAS M K (RA2211038010012)" userId="3e9309d3-a25f-4e99-bac2-603b94ed61f5" providerId="ADAL" clId="{87CBFDD7-A9CB-4B9F-858A-052CABBE3C65}" dt="2025-11-08T17:17:58.881" v="1504" actId="2711"/>
          <ac:spMkLst>
            <pc:docMk/>
            <pc:sldMk cId="1149270915" sldId="265"/>
            <ac:spMk id="4" creationId="{00000000-0000-0000-0000-000000000000}"/>
          </ac:spMkLst>
        </pc:spChg>
        <pc:spChg chg="mod">
          <ac:chgData name="TEJAS M K (RA2211038010012)" userId="3e9309d3-a25f-4e99-bac2-603b94ed61f5" providerId="ADAL" clId="{87CBFDD7-A9CB-4B9F-858A-052CABBE3C65}" dt="2025-11-11T09:08:17.764" v="2240" actId="404"/>
          <ac:spMkLst>
            <pc:docMk/>
            <pc:sldMk cId="1149270915" sldId="265"/>
            <ac:spMk id="5" creationId="{715B5D2C-4020-566A-276A-A38C4174E0EF}"/>
          </ac:spMkLst>
        </pc:spChg>
        <pc:spChg chg="mod">
          <ac:chgData name="TEJAS M K (RA2211038010012)" userId="3e9309d3-a25f-4e99-bac2-603b94ed61f5" providerId="ADAL" clId="{87CBFDD7-A9CB-4B9F-858A-052CABBE3C65}" dt="2025-11-09T13:10:40.244" v="1579" actId="2711"/>
          <ac:spMkLst>
            <pc:docMk/>
            <pc:sldMk cId="1149270915" sldId="265"/>
            <ac:spMk id="8" creationId="{00000000-0000-0000-0000-000000000000}"/>
          </ac:spMkLst>
        </pc:spChg>
      </pc:sldChg>
      <pc:sldChg chg="modSp mod">
        <pc:chgData name="TEJAS M K (RA2211038010012)" userId="3e9309d3-a25f-4e99-bac2-603b94ed61f5" providerId="ADAL" clId="{87CBFDD7-A9CB-4B9F-858A-052CABBE3C65}" dt="2025-11-08T17:18:05.508" v="1505" actId="2711"/>
        <pc:sldMkLst>
          <pc:docMk/>
          <pc:sldMk cId="1824964395" sldId="266"/>
        </pc:sldMkLst>
        <pc:spChg chg="mod">
          <ac:chgData name="TEJAS M K (RA2211038010012)" userId="3e9309d3-a25f-4e99-bac2-603b94ed61f5" providerId="ADAL" clId="{87CBFDD7-A9CB-4B9F-858A-052CABBE3C65}" dt="2025-11-08T17:18:05.508" v="1505" actId="2711"/>
          <ac:spMkLst>
            <pc:docMk/>
            <pc:sldMk cId="1824964395" sldId="266"/>
            <ac:spMk id="4" creationId="{00000000-0000-0000-0000-000000000000}"/>
          </ac:spMkLst>
        </pc:spChg>
      </pc:sldChg>
      <pc:sldChg chg="addSp delSp modSp mod">
        <pc:chgData name="TEJAS M K (RA2211038010012)" userId="3e9309d3-a25f-4e99-bac2-603b94ed61f5" providerId="ADAL" clId="{87CBFDD7-A9CB-4B9F-858A-052CABBE3C65}" dt="2025-11-11T13:11:56.814" v="3712" actId="1037"/>
        <pc:sldMkLst>
          <pc:docMk/>
          <pc:sldMk cId="1182030192" sldId="268"/>
        </pc:sldMkLst>
        <pc:spChg chg="add mod">
          <ac:chgData name="TEJAS M K (RA2211038010012)" userId="3e9309d3-a25f-4e99-bac2-603b94ed61f5" providerId="ADAL" clId="{87CBFDD7-A9CB-4B9F-858A-052CABBE3C65}" dt="2025-11-09T13:08:41.651" v="1549" actId="2711"/>
          <ac:spMkLst>
            <pc:docMk/>
            <pc:sldMk cId="1182030192" sldId="268"/>
            <ac:spMk id="3" creationId="{57617825-772F-F011-3489-21E88D4E9D12}"/>
          </ac:spMkLst>
        </pc:spChg>
        <pc:spChg chg="mod">
          <ac:chgData name="TEJAS M K (RA2211038010012)" userId="3e9309d3-a25f-4e99-bac2-603b94ed61f5" providerId="ADAL" clId="{87CBFDD7-A9CB-4B9F-858A-052CABBE3C65}" dt="2025-11-08T17:19:10.181" v="1506" actId="2711"/>
          <ac:spMkLst>
            <pc:docMk/>
            <pc:sldMk cId="1182030192" sldId="268"/>
            <ac:spMk id="4" creationId="{F0FAD0FD-CA97-4D12-90B6-1074F94F842F}"/>
          </ac:spMkLst>
        </pc:spChg>
        <pc:spChg chg="mod">
          <ac:chgData name="TEJAS M K (RA2211038010012)" userId="3e9309d3-a25f-4e99-bac2-603b94ed61f5" providerId="ADAL" clId="{87CBFDD7-A9CB-4B9F-858A-052CABBE3C65}" dt="2025-11-09T13:08:54.875" v="1561" actId="1076"/>
          <ac:spMkLst>
            <pc:docMk/>
            <pc:sldMk cId="1182030192" sldId="268"/>
            <ac:spMk id="5" creationId="{1AE3C22F-5E07-D2C7-7297-9AF614049C25}"/>
          </ac:spMkLst>
        </pc:spChg>
        <pc:spChg chg="add mod">
          <ac:chgData name="TEJAS M K (RA2211038010012)" userId="3e9309d3-a25f-4e99-bac2-603b94ed61f5" providerId="ADAL" clId="{87CBFDD7-A9CB-4B9F-858A-052CABBE3C65}" dt="2025-11-11T08:50:59.562" v="1996" actId="1076"/>
          <ac:spMkLst>
            <pc:docMk/>
            <pc:sldMk cId="1182030192" sldId="268"/>
            <ac:spMk id="6" creationId="{6800876A-9398-ED41-6536-5F6EF15C8A57}"/>
          </ac:spMkLst>
        </pc:spChg>
        <pc:spChg chg="add mod">
          <ac:chgData name="TEJAS M K (RA2211038010012)" userId="3e9309d3-a25f-4e99-bac2-603b94ed61f5" providerId="ADAL" clId="{87CBFDD7-A9CB-4B9F-858A-052CABBE3C65}" dt="2025-11-11T13:11:05.189" v="3660" actId="1035"/>
          <ac:spMkLst>
            <pc:docMk/>
            <pc:sldMk cId="1182030192" sldId="268"/>
            <ac:spMk id="7" creationId="{6B4D4300-6EB4-0982-38E1-79DE358D8343}"/>
          </ac:spMkLst>
        </pc:spChg>
        <pc:spChg chg="mod">
          <ac:chgData name="TEJAS M K (RA2211038010012)" userId="3e9309d3-a25f-4e99-bac2-603b94ed61f5" providerId="ADAL" clId="{87CBFDD7-A9CB-4B9F-858A-052CABBE3C65}" dt="2025-11-11T13:11:53.733" v="3705" actId="1037"/>
          <ac:spMkLst>
            <pc:docMk/>
            <pc:sldMk cId="1182030192" sldId="268"/>
            <ac:spMk id="9" creationId="{0841D82B-3D1C-1C37-E437-1AFACE59AB3F}"/>
          </ac:spMkLst>
        </pc:spChg>
        <pc:spChg chg="mod">
          <ac:chgData name="TEJAS M K (RA2211038010012)" userId="3e9309d3-a25f-4e99-bac2-603b94ed61f5" providerId="ADAL" clId="{87CBFDD7-A9CB-4B9F-858A-052CABBE3C65}" dt="2025-11-11T08:48:13.822" v="1927" actId="1076"/>
          <ac:spMkLst>
            <pc:docMk/>
            <pc:sldMk cId="1182030192" sldId="268"/>
            <ac:spMk id="10" creationId="{5D1A8A9C-09DD-4E4D-1BFD-CC962E03CEF0}"/>
          </ac:spMkLst>
        </pc:spChg>
        <pc:spChg chg="add mod">
          <ac:chgData name="TEJAS M K (RA2211038010012)" userId="3e9309d3-a25f-4e99-bac2-603b94ed61f5" providerId="ADAL" clId="{87CBFDD7-A9CB-4B9F-858A-052CABBE3C65}" dt="2025-11-11T13:11:36.220" v="3694" actId="1035"/>
          <ac:spMkLst>
            <pc:docMk/>
            <pc:sldMk cId="1182030192" sldId="268"/>
            <ac:spMk id="11" creationId="{E5C7F33D-D332-F6B0-12A8-D6A3A7EB619C}"/>
          </ac:spMkLst>
        </pc:spChg>
        <pc:spChg chg="mod">
          <ac:chgData name="TEJAS M K (RA2211038010012)" userId="3e9309d3-a25f-4e99-bac2-603b94ed61f5" providerId="ADAL" clId="{87CBFDD7-A9CB-4B9F-858A-052CABBE3C65}" dt="2025-11-11T13:11:56.814" v="3712" actId="1037"/>
          <ac:spMkLst>
            <pc:docMk/>
            <pc:sldMk cId="1182030192" sldId="268"/>
            <ac:spMk id="13" creationId="{548A4786-7453-E521-6C82-4811DC94B383}"/>
          </ac:spMkLst>
        </pc:spChg>
        <pc:spChg chg="mod">
          <ac:chgData name="TEJAS M K (RA2211038010012)" userId="3e9309d3-a25f-4e99-bac2-603b94ed61f5" providerId="ADAL" clId="{87CBFDD7-A9CB-4B9F-858A-052CABBE3C65}" dt="2025-11-09T13:08:41.651" v="1549" actId="2711"/>
          <ac:spMkLst>
            <pc:docMk/>
            <pc:sldMk cId="1182030192" sldId="268"/>
            <ac:spMk id="16" creationId="{E7BFA393-1E78-6761-855B-0859DF965576}"/>
          </ac:spMkLst>
        </pc:spChg>
        <pc:spChg chg="add mod ord">
          <ac:chgData name="TEJAS M K (RA2211038010012)" userId="3e9309d3-a25f-4e99-bac2-603b94ed61f5" providerId="ADAL" clId="{87CBFDD7-A9CB-4B9F-858A-052CABBE3C65}" dt="2025-11-11T13:10:14.983" v="3499" actId="1038"/>
          <ac:spMkLst>
            <pc:docMk/>
            <pc:sldMk cId="1182030192" sldId="268"/>
            <ac:spMk id="22" creationId="{1F721989-FD5E-81B4-7D35-94210A5804A8}"/>
          </ac:spMkLst>
        </pc:spChg>
        <pc:spChg chg="mod">
          <ac:chgData name="TEJAS M K (RA2211038010012)" userId="3e9309d3-a25f-4e99-bac2-603b94ed61f5" providerId="ADAL" clId="{87CBFDD7-A9CB-4B9F-858A-052CABBE3C65}" dt="2025-11-09T13:08:41.651" v="1549" actId="2711"/>
          <ac:spMkLst>
            <pc:docMk/>
            <pc:sldMk cId="1182030192" sldId="268"/>
            <ac:spMk id="25" creationId="{8F069DCC-5451-720A-7971-1BA406E5D0EB}"/>
          </ac:spMkLst>
        </pc:spChg>
        <pc:spChg chg="mod">
          <ac:chgData name="TEJAS M K (RA2211038010012)" userId="3e9309d3-a25f-4e99-bac2-603b94ed61f5" providerId="ADAL" clId="{87CBFDD7-A9CB-4B9F-858A-052CABBE3C65}" dt="2025-11-09T13:08:41.651" v="1549" actId="2711"/>
          <ac:spMkLst>
            <pc:docMk/>
            <pc:sldMk cId="1182030192" sldId="268"/>
            <ac:spMk id="35" creationId="{9DBB1602-F906-03A1-44F3-217FC97BD951}"/>
          </ac:spMkLst>
        </pc:spChg>
        <pc:spChg chg="mod">
          <ac:chgData name="TEJAS M K (RA2211038010012)" userId="3e9309d3-a25f-4e99-bac2-603b94ed61f5" providerId="ADAL" clId="{87CBFDD7-A9CB-4B9F-858A-052CABBE3C65}" dt="2025-11-09T13:08:41.651" v="1549" actId="2711"/>
          <ac:spMkLst>
            <pc:docMk/>
            <pc:sldMk cId="1182030192" sldId="268"/>
            <ac:spMk id="36" creationId="{A3AE7F45-4DCC-806C-9630-A6CC9B23193B}"/>
          </ac:spMkLst>
        </pc:spChg>
        <pc:spChg chg="mod">
          <ac:chgData name="TEJAS M K (RA2211038010012)" userId="3e9309d3-a25f-4e99-bac2-603b94ed61f5" providerId="ADAL" clId="{87CBFDD7-A9CB-4B9F-858A-052CABBE3C65}" dt="2025-11-09T13:08:41.651" v="1549" actId="2711"/>
          <ac:spMkLst>
            <pc:docMk/>
            <pc:sldMk cId="1182030192" sldId="268"/>
            <ac:spMk id="39" creationId="{569E00DC-FEBC-D661-9A3A-46092260BFC9}"/>
          </ac:spMkLst>
        </pc:spChg>
        <pc:spChg chg="mod">
          <ac:chgData name="TEJAS M K (RA2211038010012)" userId="3e9309d3-a25f-4e99-bac2-603b94ed61f5" providerId="ADAL" clId="{87CBFDD7-A9CB-4B9F-858A-052CABBE3C65}" dt="2025-11-08T17:12:13.740" v="1491" actId="207"/>
          <ac:spMkLst>
            <pc:docMk/>
            <pc:sldMk cId="1182030192" sldId="268"/>
            <ac:spMk id="43" creationId="{8A6FE273-BB5B-A1EF-D568-7B7F0DAB0D4F}"/>
          </ac:spMkLst>
        </pc:spChg>
        <pc:spChg chg="mod">
          <ac:chgData name="TEJAS M K (RA2211038010012)" userId="3e9309d3-a25f-4e99-bac2-603b94ed61f5" providerId="ADAL" clId="{87CBFDD7-A9CB-4B9F-858A-052CABBE3C65}" dt="2025-11-09T13:08:41.651" v="1549" actId="2711"/>
          <ac:spMkLst>
            <pc:docMk/>
            <pc:sldMk cId="1182030192" sldId="268"/>
            <ac:spMk id="44" creationId="{18B9CD76-E0C0-D86A-A2B3-3D71051826B7}"/>
          </ac:spMkLst>
        </pc:spChg>
        <pc:grpChg chg="add mod">
          <ac:chgData name="TEJAS M K (RA2211038010012)" userId="3e9309d3-a25f-4e99-bac2-603b94ed61f5" providerId="ADAL" clId="{87CBFDD7-A9CB-4B9F-858A-052CABBE3C65}" dt="2025-11-09T13:09:00.001" v="1565" actId="1038"/>
          <ac:grpSpMkLst>
            <pc:docMk/>
            <pc:sldMk cId="1182030192" sldId="268"/>
            <ac:grpSpMk id="20" creationId="{440902E2-036C-46D6-EE4B-9A745533FCB6}"/>
          </ac:grpSpMkLst>
        </pc:grpChg>
        <pc:grpChg chg="mod">
          <ac:chgData name="TEJAS M K (RA2211038010012)" userId="3e9309d3-a25f-4e99-bac2-603b94ed61f5" providerId="ADAL" clId="{87CBFDD7-A9CB-4B9F-858A-052CABBE3C65}" dt="2025-11-08T15:46:17.190" v="322" actId="164"/>
          <ac:grpSpMkLst>
            <pc:docMk/>
            <pc:sldMk cId="1182030192" sldId="268"/>
            <ac:grpSpMk id="56" creationId="{A6D6385F-9961-879F-B41A-6E1F53625EEC}"/>
          </ac:grpSpMkLst>
        </pc:grpChg>
        <pc:cxnChg chg="mod">
          <ac:chgData name="TEJAS M K (RA2211038010012)" userId="3e9309d3-a25f-4e99-bac2-603b94ed61f5" providerId="ADAL" clId="{87CBFDD7-A9CB-4B9F-858A-052CABBE3C65}" dt="2025-11-11T13:11:53.733" v="3705" actId="1037"/>
          <ac:cxnSpMkLst>
            <pc:docMk/>
            <pc:sldMk cId="1182030192" sldId="268"/>
            <ac:cxnSpMk id="12" creationId="{CD57ECC6-3154-5D22-A9C7-734B006BB5C8}"/>
          </ac:cxnSpMkLst>
        </pc:cxnChg>
        <pc:cxnChg chg="add mod">
          <ac:chgData name="TEJAS M K (RA2211038010012)" userId="3e9309d3-a25f-4e99-bac2-603b94ed61f5" providerId="ADAL" clId="{87CBFDD7-A9CB-4B9F-858A-052CABBE3C65}" dt="2025-11-11T08:48:13.822" v="1927" actId="1076"/>
          <ac:cxnSpMkLst>
            <pc:docMk/>
            <pc:sldMk cId="1182030192" sldId="268"/>
            <ac:cxnSpMk id="17" creationId="{45A664E9-70AD-BB8F-8179-A3F079E0D8DB}"/>
          </ac:cxnSpMkLst>
        </pc:cxnChg>
        <pc:cxnChg chg="add mod">
          <ac:chgData name="TEJAS M K (RA2211038010012)" userId="3e9309d3-a25f-4e99-bac2-603b94ed61f5" providerId="ADAL" clId="{87CBFDD7-A9CB-4B9F-858A-052CABBE3C65}" dt="2025-11-11T08:51:04.185" v="1997" actId="14100"/>
          <ac:cxnSpMkLst>
            <pc:docMk/>
            <pc:sldMk cId="1182030192" sldId="268"/>
            <ac:cxnSpMk id="19" creationId="{BA1B5AF8-9CE3-F186-73EC-0D7548D4D53A}"/>
          </ac:cxnSpMkLst>
        </pc:cxnChg>
        <pc:cxnChg chg="mod">
          <ac:chgData name="TEJAS M K (RA2211038010012)" userId="3e9309d3-a25f-4e99-bac2-603b94ed61f5" providerId="ADAL" clId="{87CBFDD7-A9CB-4B9F-858A-052CABBE3C65}" dt="2025-11-11T08:48:13.822" v="1927" actId="1076"/>
          <ac:cxnSpMkLst>
            <pc:docMk/>
            <pc:sldMk cId="1182030192" sldId="268"/>
            <ac:cxnSpMk id="21" creationId="{31F006DA-67CC-04E0-BD2D-8BC809ED207E}"/>
          </ac:cxnSpMkLst>
        </pc:cxnChg>
        <pc:cxnChg chg="mod">
          <ac:chgData name="TEJAS M K (RA2211038010012)" userId="3e9309d3-a25f-4e99-bac2-603b94ed61f5" providerId="ADAL" clId="{87CBFDD7-A9CB-4B9F-858A-052CABBE3C65}" dt="2025-11-11T08:48:13.822" v="1927" actId="1076"/>
          <ac:cxnSpMkLst>
            <pc:docMk/>
            <pc:sldMk cId="1182030192" sldId="268"/>
            <ac:cxnSpMk id="26" creationId="{226BEA1E-1147-837D-C313-85D2DFD7F6C5}"/>
          </ac:cxnSpMkLst>
        </pc:cxnChg>
        <pc:cxnChg chg="add mod">
          <ac:chgData name="TEJAS M K (RA2211038010012)" userId="3e9309d3-a25f-4e99-bac2-603b94ed61f5" providerId="ADAL" clId="{87CBFDD7-A9CB-4B9F-858A-052CABBE3C65}" dt="2025-11-11T08:51:08.586" v="1998" actId="14100"/>
          <ac:cxnSpMkLst>
            <pc:docMk/>
            <pc:sldMk cId="1182030192" sldId="268"/>
            <ac:cxnSpMk id="28" creationId="{CC326432-22C2-3D1B-9165-63A67C039B20}"/>
          </ac:cxnSpMkLst>
        </pc:cxnChg>
        <pc:cxnChg chg="mod">
          <ac:chgData name="TEJAS M K (RA2211038010012)" userId="3e9309d3-a25f-4e99-bac2-603b94ed61f5" providerId="ADAL" clId="{87CBFDD7-A9CB-4B9F-858A-052CABBE3C65}" dt="2025-11-08T17:13:02.393" v="1492" actId="208"/>
          <ac:cxnSpMkLst>
            <pc:docMk/>
            <pc:sldMk cId="1182030192" sldId="268"/>
            <ac:cxnSpMk id="34" creationId="{8750D932-9BF2-3BC4-2B7E-B9953123DC11}"/>
          </ac:cxnSpMkLst>
        </pc:cxnChg>
        <pc:cxnChg chg="mod">
          <ac:chgData name="TEJAS M K (RA2211038010012)" userId="3e9309d3-a25f-4e99-bac2-603b94ed61f5" providerId="ADAL" clId="{87CBFDD7-A9CB-4B9F-858A-052CABBE3C65}" dt="2025-11-08T17:13:02.393" v="1492" actId="208"/>
          <ac:cxnSpMkLst>
            <pc:docMk/>
            <pc:sldMk cId="1182030192" sldId="268"/>
            <ac:cxnSpMk id="38" creationId="{1BC7D8ED-AFC8-8C2F-394A-C14BF4A178B3}"/>
          </ac:cxnSpMkLst>
        </pc:cxnChg>
        <pc:cxnChg chg="mod">
          <ac:chgData name="TEJAS M K (RA2211038010012)" userId="3e9309d3-a25f-4e99-bac2-603b94ed61f5" providerId="ADAL" clId="{87CBFDD7-A9CB-4B9F-858A-052CABBE3C65}" dt="2025-11-08T17:13:02.393" v="1492" actId="208"/>
          <ac:cxnSpMkLst>
            <pc:docMk/>
            <pc:sldMk cId="1182030192" sldId="268"/>
            <ac:cxnSpMk id="40" creationId="{3B41B858-9C2B-6443-5380-DF1C612799A4}"/>
          </ac:cxnSpMkLst>
        </pc:cxnChg>
        <pc:cxnChg chg="mod">
          <ac:chgData name="TEJAS M K (RA2211038010012)" userId="3e9309d3-a25f-4e99-bac2-603b94ed61f5" providerId="ADAL" clId="{87CBFDD7-A9CB-4B9F-858A-052CABBE3C65}" dt="2025-11-08T17:13:02.393" v="1492" actId="208"/>
          <ac:cxnSpMkLst>
            <pc:docMk/>
            <pc:sldMk cId="1182030192" sldId="268"/>
            <ac:cxnSpMk id="45" creationId="{6CB0D059-D543-8466-DE5C-52B428AC7DE9}"/>
          </ac:cxnSpMkLst>
        </pc:cxnChg>
        <pc:cxnChg chg="mod">
          <ac:chgData name="TEJAS M K (RA2211038010012)" userId="3e9309d3-a25f-4e99-bac2-603b94ed61f5" providerId="ADAL" clId="{87CBFDD7-A9CB-4B9F-858A-052CABBE3C65}" dt="2025-11-08T17:13:02.393" v="1492" actId="208"/>
          <ac:cxnSpMkLst>
            <pc:docMk/>
            <pc:sldMk cId="1182030192" sldId="268"/>
            <ac:cxnSpMk id="48" creationId="{C15739DA-4B43-3ED3-042B-37BD6A5A7C4D}"/>
          </ac:cxnSpMkLst>
        </pc:cxnChg>
        <pc:cxnChg chg="mod">
          <ac:chgData name="TEJAS M K (RA2211038010012)" userId="3e9309d3-a25f-4e99-bac2-603b94ed61f5" providerId="ADAL" clId="{87CBFDD7-A9CB-4B9F-858A-052CABBE3C65}" dt="2025-11-08T17:13:02.393" v="1492" actId="208"/>
          <ac:cxnSpMkLst>
            <pc:docMk/>
            <pc:sldMk cId="1182030192" sldId="268"/>
            <ac:cxnSpMk id="51" creationId="{BB116101-6467-1FB1-3453-06837DD30144}"/>
          </ac:cxnSpMkLst>
        </pc:cxnChg>
      </pc:sldChg>
      <pc:sldChg chg="addSp delSp modSp mod">
        <pc:chgData name="TEJAS M K (RA2211038010012)" userId="3e9309d3-a25f-4e99-bac2-603b94ed61f5" providerId="ADAL" clId="{87CBFDD7-A9CB-4B9F-858A-052CABBE3C65}" dt="2025-11-12T02:59:40.811" v="3789" actId="14100"/>
        <pc:sldMkLst>
          <pc:docMk/>
          <pc:sldMk cId="4141516915" sldId="269"/>
        </pc:sldMkLst>
        <pc:spChg chg="mod topLvl">
          <ac:chgData name="TEJAS M K (RA2211038010012)" userId="3e9309d3-a25f-4e99-bac2-603b94ed61f5" providerId="ADAL" clId="{87CBFDD7-A9CB-4B9F-858A-052CABBE3C65}" dt="2025-11-11T13:05:24.839" v="3338" actId="1076"/>
          <ac:spMkLst>
            <pc:docMk/>
            <pc:sldMk cId="4141516915" sldId="269"/>
            <ac:spMk id="3" creationId="{06E53A56-A174-9480-C691-BC3DF113881F}"/>
          </ac:spMkLst>
        </pc:spChg>
        <pc:spChg chg="mod">
          <ac:chgData name="TEJAS M K (RA2211038010012)" userId="3e9309d3-a25f-4e99-bac2-603b94ed61f5" providerId="ADAL" clId="{87CBFDD7-A9CB-4B9F-858A-052CABBE3C65}" dt="2025-11-08T17:19:21.556" v="1507" actId="2711"/>
          <ac:spMkLst>
            <pc:docMk/>
            <pc:sldMk cId="4141516915" sldId="269"/>
            <ac:spMk id="4" creationId="{EF5CEE48-E5F0-AF37-307E-3BE10A51FA2B}"/>
          </ac:spMkLst>
        </pc:spChg>
        <pc:spChg chg="mod">
          <ac:chgData name="TEJAS M K (RA2211038010012)" userId="3e9309d3-a25f-4e99-bac2-603b94ed61f5" providerId="ADAL" clId="{87CBFDD7-A9CB-4B9F-858A-052CABBE3C65}" dt="2025-11-11T13:10:03.734" v="3489" actId="1035"/>
          <ac:spMkLst>
            <pc:docMk/>
            <pc:sldMk cId="4141516915" sldId="269"/>
            <ac:spMk id="5" creationId="{01B5D2C5-86F2-CC5E-7E36-A23A0F52A195}"/>
          </ac:spMkLst>
        </pc:spChg>
        <pc:spChg chg="mod topLvl">
          <ac:chgData name="TEJAS M K (RA2211038010012)" userId="3e9309d3-a25f-4e99-bac2-603b94ed61f5" providerId="ADAL" clId="{87CBFDD7-A9CB-4B9F-858A-052CABBE3C65}" dt="2025-11-11T13:05:20.609" v="3337" actId="165"/>
          <ac:spMkLst>
            <pc:docMk/>
            <pc:sldMk cId="4141516915" sldId="269"/>
            <ac:spMk id="6" creationId="{93C01A49-A970-2860-4428-D73D44A0B815}"/>
          </ac:spMkLst>
        </pc:spChg>
        <pc:spChg chg="mod topLvl">
          <ac:chgData name="TEJAS M K (RA2211038010012)" userId="3e9309d3-a25f-4e99-bac2-603b94ed61f5" providerId="ADAL" clId="{87CBFDD7-A9CB-4B9F-858A-052CABBE3C65}" dt="2025-11-11T13:05:20.609" v="3337" actId="165"/>
          <ac:spMkLst>
            <pc:docMk/>
            <pc:sldMk cId="4141516915" sldId="269"/>
            <ac:spMk id="7" creationId="{0A02C618-B664-69DE-A9AC-06BA15939F31}"/>
          </ac:spMkLst>
        </pc:spChg>
        <pc:spChg chg="add mod topLvl">
          <ac:chgData name="TEJAS M K (RA2211038010012)" userId="3e9309d3-a25f-4e99-bac2-603b94ed61f5" providerId="ADAL" clId="{87CBFDD7-A9CB-4B9F-858A-052CABBE3C65}" dt="2025-11-08T16:20:39.832" v="790" actId="164"/>
          <ac:spMkLst>
            <pc:docMk/>
            <pc:sldMk cId="4141516915" sldId="269"/>
            <ac:spMk id="9" creationId="{66AA063F-F75F-F217-FE4F-C6423C9FE602}"/>
          </ac:spMkLst>
        </pc:spChg>
        <pc:spChg chg="add del mod">
          <ac:chgData name="TEJAS M K (RA2211038010012)" userId="3e9309d3-a25f-4e99-bac2-603b94ed61f5" providerId="ADAL" clId="{87CBFDD7-A9CB-4B9F-858A-052CABBE3C65}" dt="2025-11-11T08:53:21.200" v="2062" actId="478"/>
          <ac:spMkLst>
            <pc:docMk/>
            <pc:sldMk cId="4141516915" sldId="269"/>
            <ac:spMk id="10" creationId="{645A9B15-1294-5BC0-1A67-B53E72575F69}"/>
          </ac:spMkLst>
        </pc:spChg>
        <pc:spChg chg="add">
          <ac:chgData name="TEJAS M K (RA2211038010012)" userId="3e9309d3-a25f-4e99-bac2-603b94ed61f5" providerId="ADAL" clId="{87CBFDD7-A9CB-4B9F-858A-052CABBE3C65}" dt="2025-11-11T08:53:24.894" v="2063"/>
          <ac:spMkLst>
            <pc:docMk/>
            <pc:sldMk cId="4141516915" sldId="269"/>
            <ac:spMk id="11" creationId="{BBB2781C-5632-198C-05AE-A61B126BBDC9}"/>
          </ac:spMkLst>
        </pc:spChg>
        <pc:spChg chg="add mod topLvl">
          <ac:chgData name="TEJAS M K (RA2211038010012)" userId="3e9309d3-a25f-4e99-bac2-603b94ed61f5" providerId="ADAL" clId="{87CBFDD7-A9CB-4B9F-858A-052CABBE3C65}" dt="2025-11-09T13:09:59.243" v="1575" actId="2711"/>
          <ac:spMkLst>
            <pc:docMk/>
            <pc:sldMk cId="4141516915" sldId="269"/>
            <ac:spMk id="12" creationId="{2CD95CC3-56A3-6825-895A-DAD8F47CD565}"/>
          </ac:spMkLst>
        </pc:spChg>
        <pc:spChg chg="add mod topLvl">
          <ac:chgData name="TEJAS M K (RA2211038010012)" userId="3e9309d3-a25f-4e99-bac2-603b94ed61f5" providerId="ADAL" clId="{87CBFDD7-A9CB-4B9F-858A-052CABBE3C65}" dt="2025-11-08T16:20:39.832" v="790" actId="164"/>
          <ac:spMkLst>
            <pc:docMk/>
            <pc:sldMk cId="4141516915" sldId="269"/>
            <ac:spMk id="13" creationId="{52623AC1-DE26-61F9-788F-F9E4BD23BF43}"/>
          </ac:spMkLst>
        </pc:spChg>
        <pc:spChg chg="mod topLvl">
          <ac:chgData name="TEJAS M K (RA2211038010012)" userId="3e9309d3-a25f-4e99-bac2-603b94ed61f5" providerId="ADAL" clId="{87CBFDD7-A9CB-4B9F-858A-052CABBE3C65}" dt="2025-11-11T13:09:39.033" v="3478" actId="164"/>
          <ac:spMkLst>
            <pc:docMk/>
            <pc:sldMk cId="4141516915" sldId="269"/>
            <ac:spMk id="14" creationId="{FA8C1045-BEC0-BFAA-90C8-2982F17F5F5C}"/>
          </ac:spMkLst>
        </pc:spChg>
        <pc:spChg chg="mod topLvl">
          <ac:chgData name="TEJAS M K (RA2211038010012)" userId="3e9309d3-a25f-4e99-bac2-603b94ed61f5" providerId="ADAL" clId="{87CBFDD7-A9CB-4B9F-858A-052CABBE3C65}" dt="2025-11-11T09:00:39.465" v="2160" actId="165"/>
          <ac:spMkLst>
            <pc:docMk/>
            <pc:sldMk cId="4141516915" sldId="269"/>
            <ac:spMk id="15" creationId="{0B253D85-2EDB-D3D7-CEC5-20EDFAF20651}"/>
          </ac:spMkLst>
        </pc:spChg>
        <pc:spChg chg="add mod topLvl">
          <ac:chgData name="TEJAS M K (RA2211038010012)" userId="3e9309d3-a25f-4e99-bac2-603b94ed61f5" providerId="ADAL" clId="{87CBFDD7-A9CB-4B9F-858A-052CABBE3C65}" dt="2025-11-11T13:09:39.033" v="3478" actId="164"/>
          <ac:spMkLst>
            <pc:docMk/>
            <pc:sldMk cId="4141516915" sldId="269"/>
            <ac:spMk id="16" creationId="{AA3A9A3D-CEA4-5EC9-851E-4E6EB3D45384}"/>
          </ac:spMkLst>
        </pc:spChg>
        <pc:spChg chg="mod topLvl">
          <ac:chgData name="TEJAS M K (RA2211038010012)" userId="3e9309d3-a25f-4e99-bac2-603b94ed61f5" providerId="ADAL" clId="{87CBFDD7-A9CB-4B9F-858A-052CABBE3C65}" dt="2025-11-11T09:00:39.465" v="2160" actId="165"/>
          <ac:spMkLst>
            <pc:docMk/>
            <pc:sldMk cId="4141516915" sldId="269"/>
            <ac:spMk id="17" creationId="{EF129BB8-B8C7-8B69-E132-DDB8FF93A4DE}"/>
          </ac:spMkLst>
        </pc:spChg>
        <pc:spChg chg="mod topLvl">
          <ac:chgData name="TEJAS M K (RA2211038010012)" userId="3e9309d3-a25f-4e99-bac2-603b94ed61f5" providerId="ADAL" clId="{87CBFDD7-A9CB-4B9F-858A-052CABBE3C65}" dt="2025-11-11T13:09:39.033" v="3478" actId="164"/>
          <ac:spMkLst>
            <pc:docMk/>
            <pc:sldMk cId="4141516915" sldId="269"/>
            <ac:spMk id="18" creationId="{E3189EF7-7604-BD0A-6F28-C4CFF73C8239}"/>
          </ac:spMkLst>
        </pc:spChg>
        <pc:spChg chg="mod topLvl">
          <ac:chgData name="TEJAS M K (RA2211038010012)" userId="3e9309d3-a25f-4e99-bac2-603b94ed61f5" providerId="ADAL" clId="{87CBFDD7-A9CB-4B9F-858A-052CABBE3C65}" dt="2025-11-11T13:08:33.367" v="3477" actId="1076"/>
          <ac:spMkLst>
            <pc:docMk/>
            <pc:sldMk cId="4141516915" sldId="269"/>
            <ac:spMk id="19" creationId="{2D3850B2-55FC-2522-48CE-0779201926F6}"/>
          </ac:spMkLst>
        </pc:spChg>
        <pc:spChg chg="mod topLvl">
          <ac:chgData name="TEJAS M K (RA2211038010012)" userId="3e9309d3-a25f-4e99-bac2-603b94ed61f5" providerId="ADAL" clId="{87CBFDD7-A9CB-4B9F-858A-052CABBE3C65}" dt="2025-11-11T09:00:39.465" v="2160" actId="165"/>
          <ac:spMkLst>
            <pc:docMk/>
            <pc:sldMk cId="4141516915" sldId="269"/>
            <ac:spMk id="20" creationId="{13F2A59B-C41B-8747-3DF6-6C876D385D3B}"/>
          </ac:spMkLst>
        </pc:spChg>
        <pc:spChg chg="add mod ord topLvl">
          <ac:chgData name="TEJAS M K (RA2211038010012)" userId="3e9309d3-a25f-4e99-bac2-603b94ed61f5" providerId="ADAL" clId="{87CBFDD7-A9CB-4B9F-858A-052CABBE3C65}" dt="2025-11-11T13:09:39.033" v="3478" actId="164"/>
          <ac:spMkLst>
            <pc:docMk/>
            <pc:sldMk cId="4141516915" sldId="269"/>
            <ac:spMk id="21" creationId="{762276A8-88D2-96F4-1CE3-BBE66CA3B3D3}"/>
          </ac:spMkLst>
        </pc:spChg>
        <pc:spChg chg="mod topLvl">
          <ac:chgData name="TEJAS M K (RA2211038010012)" userId="3e9309d3-a25f-4e99-bac2-603b94ed61f5" providerId="ADAL" clId="{87CBFDD7-A9CB-4B9F-858A-052CABBE3C65}" dt="2025-11-08T16:35:46.541" v="1185" actId="164"/>
          <ac:spMkLst>
            <pc:docMk/>
            <pc:sldMk cId="4141516915" sldId="269"/>
            <ac:spMk id="22" creationId="{4BCA1CDD-F3F7-EBA5-D539-BED5F0BFBDFE}"/>
          </ac:spMkLst>
        </pc:spChg>
        <pc:spChg chg="add mod topLvl">
          <ac:chgData name="TEJAS M K (RA2211038010012)" userId="3e9309d3-a25f-4e99-bac2-603b94ed61f5" providerId="ADAL" clId="{87CBFDD7-A9CB-4B9F-858A-052CABBE3C65}" dt="2025-11-11T13:06:47.909" v="3395" actId="1076"/>
          <ac:spMkLst>
            <pc:docMk/>
            <pc:sldMk cId="4141516915" sldId="269"/>
            <ac:spMk id="23" creationId="{DA890FED-9BEC-6413-07ED-149D65ADA0A0}"/>
          </ac:spMkLst>
        </pc:spChg>
        <pc:spChg chg="add mod topLvl">
          <ac:chgData name="TEJAS M K (RA2211038010012)" userId="3e9309d3-a25f-4e99-bac2-603b94ed61f5" providerId="ADAL" clId="{87CBFDD7-A9CB-4B9F-858A-052CABBE3C65}" dt="2025-11-08T16:20:39.832" v="790" actId="164"/>
          <ac:spMkLst>
            <pc:docMk/>
            <pc:sldMk cId="4141516915" sldId="269"/>
            <ac:spMk id="26" creationId="{2B356289-4550-729D-B0B2-5B0FE3BFA7C4}"/>
          </ac:spMkLst>
        </pc:spChg>
        <pc:spChg chg="add mod topLvl">
          <ac:chgData name="TEJAS M K (RA2211038010012)" userId="3e9309d3-a25f-4e99-bac2-603b94ed61f5" providerId="ADAL" clId="{87CBFDD7-A9CB-4B9F-858A-052CABBE3C65}" dt="2025-11-09T13:09:59.243" v="1575" actId="2711"/>
          <ac:spMkLst>
            <pc:docMk/>
            <pc:sldMk cId="4141516915" sldId="269"/>
            <ac:spMk id="28" creationId="{8A8D8E88-1DD4-2A97-A379-7BD551AAC163}"/>
          </ac:spMkLst>
        </pc:spChg>
        <pc:spChg chg="add mod topLvl">
          <ac:chgData name="TEJAS M K (RA2211038010012)" userId="3e9309d3-a25f-4e99-bac2-603b94ed61f5" providerId="ADAL" clId="{87CBFDD7-A9CB-4B9F-858A-052CABBE3C65}" dt="2025-11-09T13:09:59.243" v="1575" actId="2711"/>
          <ac:spMkLst>
            <pc:docMk/>
            <pc:sldMk cId="4141516915" sldId="269"/>
            <ac:spMk id="29" creationId="{CA299E98-4127-FB5F-6FED-FEA27F3B235F}"/>
          </ac:spMkLst>
        </pc:spChg>
        <pc:spChg chg="add mod">
          <ac:chgData name="TEJAS M K (RA2211038010012)" userId="3e9309d3-a25f-4e99-bac2-603b94ed61f5" providerId="ADAL" clId="{87CBFDD7-A9CB-4B9F-858A-052CABBE3C65}" dt="2025-11-08T16:20:39.832" v="790" actId="164"/>
          <ac:spMkLst>
            <pc:docMk/>
            <pc:sldMk cId="4141516915" sldId="269"/>
            <ac:spMk id="31" creationId="{6E642E4D-3998-3DE6-4EC4-768F2ECF5D28}"/>
          </ac:spMkLst>
        </pc:spChg>
        <pc:spChg chg="add mod">
          <ac:chgData name="TEJAS M K (RA2211038010012)" userId="3e9309d3-a25f-4e99-bac2-603b94ed61f5" providerId="ADAL" clId="{87CBFDD7-A9CB-4B9F-858A-052CABBE3C65}" dt="2025-11-08T16:20:39.832" v="790" actId="164"/>
          <ac:spMkLst>
            <pc:docMk/>
            <pc:sldMk cId="4141516915" sldId="269"/>
            <ac:spMk id="33" creationId="{157A478B-015C-BD35-79CD-1F56EEC115A0}"/>
          </ac:spMkLst>
        </pc:spChg>
        <pc:spChg chg="add mod">
          <ac:chgData name="TEJAS M K (RA2211038010012)" userId="3e9309d3-a25f-4e99-bac2-603b94ed61f5" providerId="ADAL" clId="{87CBFDD7-A9CB-4B9F-858A-052CABBE3C65}" dt="2025-11-08T16:20:39.832" v="790" actId="164"/>
          <ac:spMkLst>
            <pc:docMk/>
            <pc:sldMk cId="4141516915" sldId="269"/>
            <ac:spMk id="34" creationId="{91F18622-D1E9-2E1E-1F64-7C7DF9B3DC4E}"/>
          </ac:spMkLst>
        </pc:spChg>
        <pc:spChg chg="add mod">
          <ac:chgData name="TEJAS M K (RA2211038010012)" userId="3e9309d3-a25f-4e99-bac2-603b94ed61f5" providerId="ADAL" clId="{87CBFDD7-A9CB-4B9F-858A-052CABBE3C65}" dt="2025-11-09T13:09:59.243" v="1575" actId="2711"/>
          <ac:spMkLst>
            <pc:docMk/>
            <pc:sldMk cId="4141516915" sldId="269"/>
            <ac:spMk id="35" creationId="{BCC6F502-1EBC-4E92-C891-C7248E906113}"/>
          </ac:spMkLst>
        </pc:spChg>
        <pc:spChg chg="add mod">
          <ac:chgData name="TEJAS M K (RA2211038010012)" userId="3e9309d3-a25f-4e99-bac2-603b94ed61f5" providerId="ADAL" clId="{87CBFDD7-A9CB-4B9F-858A-052CABBE3C65}" dt="2025-11-11T09:00:39.465" v="2160" actId="165"/>
          <ac:spMkLst>
            <pc:docMk/>
            <pc:sldMk cId="4141516915" sldId="269"/>
            <ac:spMk id="37" creationId="{70C60728-D620-4C9A-7C01-87FFCF5F6C6B}"/>
          </ac:spMkLst>
        </pc:spChg>
        <pc:spChg chg="add mod">
          <ac:chgData name="TEJAS M K (RA2211038010012)" userId="3e9309d3-a25f-4e99-bac2-603b94ed61f5" providerId="ADAL" clId="{87CBFDD7-A9CB-4B9F-858A-052CABBE3C65}" dt="2025-11-11T13:09:39.033" v="3478" actId="164"/>
          <ac:spMkLst>
            <pc:docMk/>
            <pc:sldMk cId="4141516915" sldId="269"/>
            <ac:spMk id="39" creationId="{C7A391B9-A025-0AC4-54D2-6EE01A208E88}"/>
          </ac:spMkLst>
        </pc:spChg>
        <pc:spChg chg="add mod">
          <ac:chgData name="TEJAS M K (RA2211038010012)" userId="3e9309d3-a25f-4e99-bac2-603b94ed61f5" providerId="ADAL" clId="{87CBFDD7-A9CB-4B9F-858A-052CABBE3C65}" dt="2025-11-11T13:09:39.033" v="3478" actId="164"/>
          <ac:spMkLst>
            <pc:docMk/>
            <pc:sldMk cId="4141516915" sldId="269"/>
            <ac:spMk id="45" creationId="{EC0757B4-594D-EF11-FAEB-1B07C95482FD}"/>
          </ac:spMkLst>
        </pc:spChg>
        <pc:spChg chg="add mod">
          <ac:chgData name="TEJAS M K (RA2211038010012)" userId="3e9309d3-a25f-4e99-bac2-603b94ed61f5" providerId="ADAL" clId="{87CBFDD7-A9CB-4B9F-858A-052CABBE3C65}" dt="2025-11-11T13:09:39.033" v="3478" actId="164"/>
          <ac:spMkLst>
            <pc:docMk/>
            <pc:sldMk cId="4141516915" sldId="269"/>
            <ac:spMk id="61" creationId="{0C9FC879-3009-3F90-6316-D22DA86611DD}"/>
          </ac:spMkLst>
        </pc:spChg>
        <pc:spChg chg="add mod">
          <ac:chgData name="TEJAS M K (RA2211038010012)" userId="3e9309d3-a25f-4e99-bac2-603b94ed61f5" providerId="ADAL" clId="{87CBFDD7-A9CB-4B9F-858A-052CABBE3C65}" dt="2025-11-11T13:09:39.033" v="3478" actId="164"/>
          <ac:spMkLst>
            <pc:docMk/>
            <pc:sldMk cId="4141516915" sldId="269"/>
            <ac:spMk id="83" creationId="{1B22987C-0909-D50B-5BBB-11FF9CCD9E88}"/>
          </ac:spMkLst>
        </pc:spChg>
        <pc:spChg chg="add mod ord">
          <ac:chgData name="TEJAS M K (RA2211038010012)" userId="3e9309d3-a25f-4e99-bac2-603b94ed61f5" providerId="ADAL" clId="{87CBFDD7-A9CB-4B9F-858A-052CABBE3C65}" dt="2025-11-11T13:09:39.033" v="3478" actId="164"/>
          <ac:spMkLst>
            <pc:docMk/>
            <pc:sldMk cId="4141516915" sldId="269"/>
            <ac:spMk id="90" creationId="{57B406CF-A4FC-647C-0B1E-3D9779893711}"/>
          </ac:spMkLst>
        </pc:spChg>
        <pc:spChg chg="add mod ord topLvl">
          <ac:chgData name="TEJAS M K (RA2211038010012)" userId="3e9309d3-a25f-4e99-bac2-603b94ed61f5" providerId="ADAL" clId="{87CBFDD7-A9CB-4B9F-858A-052CABBE3C65}" dt="2025-11-11T13:09:39.033" v="3478" actId="164"/>
          <ac:spMkLst>
            <pc:docMk/>
            <pc:sldMk cId="4141516915" sldId="269"/>
            <ac:spMk id="95" creationId="{D496AC54-7946-18CE-EF75-B17F1B9ABC35}"/>
          </ac:spMkLst>
        </pc:spChg>
        <pc:spChg chg="add mod">
          <ac:chgData name="TEJAS M K (RA2211038010012)" userId="3e9309d3-a25f-4e99-bac2-603b94ed61f5" providerId="ADAL" clId="{87CBFDD7-A9CB-4B9F-858A-052CABBE3C65}" dt="2025-11-11T09:00:39.465" v="2160" actId="165"/>
          <ac:spMkLst>
            <pc:docMk/>
            <pc:sldMk cId="4141516915" sldId="269"/>
            <ac:spMk id="107" creationId="{6ABBE626-9E62-BFFB-C6EC-4CC3EEC9682E}"/>
          </ac:spMkLst>
        </pc:spChg>
        <pc:spChg chg="add mod">
          <ac:chgData name="TEJAS M K (RA2211038010012)" userId="3e9309d3-a25f-4e99-bac2-603b94ed61f5" providerId="ADAL" clId="{87CBFDD7-A9CB-4B9F-858A-052CABBE3C65}" dt="2025-11-08T16:35:14.052" v="1154" actId="164"/>
          <ac:spMkLst>
            <pc:docMk/>
            <pc:sldMk cId="4141516915" sldId="269"/>
            <ac:spMk id="108" creationId="{78934ECA-9E38-F2D7-3415-4943C262B9EA}"/>
          </ac:spMkLst>
        </pc:spChg>
        <pc:spChg chg="add mod">
          <ac:chgData name="TEJAS M K (RA2211038010012)" userId="3e9309d3-a25f-4e99-bac2-603b94ed61f5" providerId="ADAL" clId="{87CBFDD7-A9CB-4B9F-858A-052CABBE3C65}" dt="2025-11-08T16:35:18.478" v="1155" actId="164"/>
          <ac:spMkLst>
            <pc:docMk/>
            <pc:sldMk cId="4141516915" sldId="269"/>
            <ac:spMk id="109" creationId="{B0A9495C-9CC1-DBD3-FAA7-B9FB051DAA86}"/>
          </ac:spMkLst>
        </pc:spChg>
        <pc:spChg chg="add mod topLvl">
          <ac:chgData name="TEJAS M K (RA2211038010012)" userId="3e9309d3-a25f-4e99-bac2-603b94ed61f5" providerId="ADAL" clId="{87CBFDD7-A9CB-4B9F-858A-052CABBE3C65}" dt="2025-11-08T16:45:35.817" v="1324" actId="20577"/>
          <ac:spMkLst>
            <pc:docMk/>
            <pc:sldMk cId="4141516915" sldId="269"/>
            <ac:spMk id="147" creationId="{7D459A36-A3D8-55CF-0EC5-AA01F8B069D7}"/>
          </ac:spMkLst>
        </pc:spChg>
        <pc:spChg chg="mod">
          <ac:chgData name="TEJAS M K (RA2211038010012)" userId="3e9309d3-a25f-4e99-bac2-603b94ed61f5" providerId="ADAL" clId="{87CBFDD7-A9CB-4B9F-858A-052CABBE3C65}" dt="2025-11-09T13:09:59.243" v="1575" actId="2711"/>
          <ac:spMkLst>
            <pc:docMk/>
            <pc:sldMk cId="4141516915" sldId="269"/>
            <ac:spMk id="152" creationId="{5005268A-DE6A-773D-C4FE-59054554EC31}"/>
          </ac:spMkLst>
        </pc:spChg>
        <pc:grpChg chg="mod">
          <ac:chgData name="TEJAS M K (RA2211038010012)" userId="3e9309d3-a25f-4e99-bac2-603b94ed61f5" providerId="ADAL" clId="{87CBFDD7-A9CB-4B9F-858A-052CABBE3C65}" dt="2025-11-08T16:50:32.310" v="1356" actId="1037"/>
          <ac:grpSpMkLst>
            <pc:docMk/>
            <pc:sldMk cId="4141516915" sldId="269"/>
            <ac:grpSpMk id="36" creationId="{66A847E7-C68B-7823-6357-7AEAB0BA1C7B}"/>
          </ac:grpSpMkLst>
        </pc:grpChg>
        <pc:grpChg chg="add del mod">
          <ac:chgData name="TEJAS M K (RA2211038010012)" userId="3e9309d3-a25f-4e99-bac2-603b94ed61f5" providerId="ADAL" clId="{87CBFDD7-A9CB-4B9F-858A-052CABBE3C65}" dt="2025-11-11T13:05:20.609" v="3337" actId="165"/>
          <ac:grpSpMkLst>
            <pc:docMk/>
            <pc:sldMk cId="4141516915" sldId="269"/>
            <ac:grpSpMk id="67" creationId="{764B46DB-7A6A-0DAD-1D5E-45A7E1394649}"/>
          </ac:grpSpMkLst>
        </pc:grpChg>
        <pc:grpChg chg="mod">
          <ac:chgData name="TEJAS M K (RA2211038010012)" userId="3e9309d3-a25f-4e99-bac2-603b94ed61f5" providerId="ADAL" clId="{87CBFDD7-A9CB-4B9F-858A-052CABBE3C65}" dt="2025-11-11T13:09:46.500" v="3480" actId="1076"/>
          <ac:grpSpMkLst>
            <pc:docMk/>
            <pc:sldMk cId="4141516915" sldId="269"/>
            <ac:grpSpMk id="94" creationId="{90AC0CC0-13C8-DA49-42CA-D4DBEC2E2D02}"/>
          </ac:grpSpMkLst>
        </pc:grpChg>
        <pc:grpChg chg="add mod">
          <ac:chgData name="TEJAS M K (RA2211038010012)" userId="3e9309d3-a25f-4e99-bac2-603b94ed61f5" providerId="ADAL" clId="{87CBFDD7-A9CB-4B9F-858A-052CABBE3C65}" dt="2025-11-08T16:35:46.541" v="1185" actId="164"/>
          <ac:grpSpMkLst>
            <pc:docMk/>
            <pc:sldMk cId="4141516915" sldId="269"/>
            <ac:grpSpMk id="110" creationId="{5052F9AD-F6D4-755D-EF49-F5265CE1D80D}"/>
          </ac:grpSpMkLst>
        </pc:grpChg>
        <pc:grpChg chg="add mod">
          <ac:chgData name="TEJAS M K (RA2211038010012)" userId="3e9309d3-a25f-4e99-bac2-603b94ed61f5" providerId="ADAL" clId="{87CBFDD7-A9CB-4B9F-858A-052CABBE3C65}" dt="2025-11-08T16:35:46.541" v="1185" actId="164"/>
          <ac:grpSpMkLst>
            <pc:docMk/>
            <pc:sldMk cId="4141516915" sldId="269"/>
            <ac:grpSpMk id="111" creationId="{FA2AEE1B-DE41-5F9A-E12F-14DDE7DE23E0}"/>
          </ac:grpSpMkLst>
        </pc:grpChg>
        <pc:grpChg chg="add mod">
          <ac:chgData name="TEJAS M K (RA2211038010012)" userId="3e9309d3-a25f-4e99-bac2-603b94ed61f5" providerId="ADAL" clId="{87CBFDD7-A9CB-4B9F-858A-052CABBE3C65}" dt="2025-11-08T16:49:07.785" v="1339" actId="164"/>
          <ac:grpSpMkLst>
            <pc:docMk/>
            <pc:sldMk cId="4141516915" sldId="269"/>
            <ac:grpSpMk id="112" creationId="{FECF7EFB-0536-5810-D61F-8F5EFB6CE54E}"/>
          </ac:grpSpMkLst>
        </pc:grpChg>
        <pc:grpChg chg="add mod">
          <ac:chgData name="TEJAS M K (RA2211038010012)" userId="3e9309d3-a25f-4e99-bac2-603b94ed61f5" providerId="ADAL" clId="{87CBFDD7-A9CB-4B9F-858A-052CABBE3C65}" dt="2025-11-08T16:50:50.065" v="1363" actId="164"/>
          <ac:grpSpMkLst>
            <pc:docMk/>
            <pc:sldMk cId="4141516915" sldId="269"/>
            <ac:grpSpMk id="149" creationId="{F54CEA3D-8C30-B26E-4299-9FCA579D97D8}"/>
          </ac:grpSpMkLst>
        </pc:grpChg>
        <pc:grpChg chg="add mod">
          <ac:chgData name="TEJAS M K (RA2211038010012)" userId="3e9309d3-a25f-4e99-bac2-603b94ed61f5" providerId="ADAL" clId="{87CBFDD7-A9CB-4B9F-858A-052CABBE3C65}" dt="2025-11-08T16:50:50.065" v="1363" actId="164"/>
          <ac:grpSpMkLst>
            <pc:docMk/>
            <pc:sldMk cId="4141516915" sldId="269"/>
            <ac:grpSpMk id="150" creationId="{30B71108-C44F-F111-92C7-4F458129B248}"/>
          </ac:grpSpMkLst>
        </pc:grpChg>
        <pc:grpChg chg="add mod">
          <ac:chgData name="TEJAS M K (RA2211038010012)" userId="3e9309d3-a25f-4e99-bac2-603b94ed61f5" providerId="ADAL" clId="{87CBFDD7-A9CB-4B9F-858A-052CABBE3C65}" dt="2025-11-08T16:51:13.216" v="1366" actId="1076"/>
          <ac:grpSpMkLst>
            <pc:docMk/>
            <pc:sldMk cId="4141516915" sldId="269"/>
            <ac:grpSpMk id="166" creationId="{8CE6961E-9561-967F-E95B-1C0FC92A03D7}"/>
          </ac:grpSpMkLst>
        </pc:grpChg>
        <pc:picChg chg="add mod ord modCrop">
          <ac:chgData name="TEJAS M K (RA2211038010012)" userId="3e9309d3-a25f-4e99-bac2-603b94ed61f5" providerId="ADAL" clId="{87CBFDD7-A9CB-4B9F-858A-052CABBE3C65}" dt="2025-11-11T08:56:48.889" v="2084" actId="29295"/>
          <ac:picMkLst>
            <pc:docMk/>
            <pc:sldMk cId="4141516915" sldId="269"/>
            <ac:picMk id="30" creationId="{D6160518-3104-685A-AF94-B3714B38C814}"/>
          </ac:picMkLst>
        </pc:picChg>
        <pc:picChg chg="add mod">
          <ac:chgData name="TEJAS M K (RA2211038010012)" userId="3e9309d3-a25f-4e99-bac2-603b94ed61f5" providerId="ADAL" clId="{87CBFDD7-A9CB-4B9F-858A-052CABBE3C65}" dt="2025-11-11T08:57:11.742" v="2089" actId="1076"/>
          <ac:picMkLst>
            <pc:docMk/>
            <pc:sldMk cId="4141516915" sldId="269"/>
            <ac:picMk id="38" creationId="{9F0459F0-681E-81A3-D5F2-FA8963FE5E3F}"/>
          </ac:picMkLst>
        </pc:picChg>
        <pc:cxnChg chg="mod">
          <ac:chgData name="TEJAS M K (RA2211038010012)" userId="3e9309d3-a25f-4e99-bac2-603b94ed61f5" providerId="ADAL" clId="{87CBFDD7-A9CB-4B9F-858A-052CABBE3C65}" dt="2025-11-08T16:49:07.785" v="1339" actId="164"/>
          <ac:cxnSpMkLst>
            <pc:docMk/>
            <pc:sldMk cId="4141516915" sldId="269"/>
            <ac:cxnSpMk id="24" creationId="{47882375-83CB-3753-25A3-1F8E8E646315}"/>
          </ac:cxnSpMkLst>
        </pc:cxnChg>
        <pc:cxnChg chg="add mod">
          <ac:chgData name="TEJAS M K (RA2211038010012)" userId="3e9309d3-a25f-4e99-bac2-603b94ed61f5" providerId="ADAL" clId="{87CBFDD7-A9CB-4B9F-858A-052CABBE3C65}" dt="2025-11-08T16:41:50.398" v="1268" actId="1036"/>
          <ac:cxnSpMkLst>
            <pc:docMk/>
            <pc:sldMk cId="4141516915" sldId="269"/>
            <ac:cxnSpMk id="25" creationId="{D104CA09-2246-5FA8-08C2-5BB5E2A76580}"/>
          </ac:cxnSpMkLst>
        </pc:cxnChg>
        <pc:cxnChg chg="mod">
          <ac:chgData name="TEJAS M K (RA2211038010012)" userId="3e9309d3-a25f-4e99-bac2-603b94ed61f5" providerId="ADAL" clId="{87CBFDD7-A9CB-4B9F-858A-052CABBE3C65}" dt="2025-11-08T16:49:07.785" v="1339" actId="164"/>
          <ac:cxnSpMkLst>
            <pc:docMk/>
            <pc:sldMk cId="4141516915" sldId="269"/>
            <ac:cxnSpMk id="27" creationId="{80CB338A-58A1-5FB0-3711-259285D16B9C}"/>
          </ac:cxnSpMkLst>
        </pc:cxnChg>
        <pc:cxnChg chg="mod">
          <ac:chgData name="TEJAS M K (RA2211038010012)" userId="3e9309d3-a25f-4e99-bac2-603b94ed61f5" providerId="ADAL" clId="{87CBFDD7-A9CB-4B9F-858A-052CABBE3C65}" dt="2025-11-08T16:49:38.624" v="1347" actId="164"/>
          <ac:cxnSpMkLst>
            <pc:docMk/>
            <pc:sldMk cId="4141516915" sldId="269"/>
            <ac:cxnSpMk id="32" creationId="{730AD40F-DC17-88E3-1D0C-47C89F75A14F}"/>
          </ac:cxnSpMkLst>
        </pc:cxnChg>
        <pc:cxnChg chg="mod">
          <ac:chgData name="TEJAS M K (RA2211038010012)" userId="3e9309d3-a25f-4e99-bac2-603b94ed61f5" providerId="ADAL" clId="{87CBFDD7-A9CB-4B9F-858A-052CABBE3C65}" dt="2025-11-11T13:09:46.500" v="3480" actId="1076"/>
          <ac:cxnSpMkLst>
            <pc:docMk/>
            <pc:sldMk cId="4141516915" sldId="269"/>
            <ac:cxnSpMk id="41" creationId="{AF3564E4-2C70-1BBC-7722-D2004AB0D682}"/>
          </ac:cxnSpMkLst>
        </pc:cxnChg>
        <pc:cxnChg chg="add mod">
          <ac:chgData name="TEJAS M K (RA2211038010012)" userId="3e9309d3-a25f-4e99-bac2-603b94ed61f5" providerId="ADAL" clId="{87CBFDD7-A9CB-4B9F-858A-052CABBE3C65}" dt="2025-11-11T13:07:43.290" v="3456" actId="14100"/>
          <ac:cxnSpMkLst>
            <pc:docMk/>
            <pc:sldMk cId="4141516915" sldId="269"/>
            <ac:cxnSpMk id="48" creationId="{DFFD610C-F358-5338-7441-7A4EDA58FA8D}"/>
          </ac:cxnSpMkLst>
        </pc:cxnChg>
        <pc:cxnChg chg="del mod">
          <ac:chgData name="TEJAS M K (RA2211038010012)" userId="3e9309d3-a25f-4e99-bac2-603b94ed61f5" providerId="ADAL" clId="{87CBFDD7-A9CB-4B9F-858A-052CABBE3C65}" dt="2025-11-11T13:02:53.297" v="3238" actId="478"/>
          <ac:cxnSpMkLst>
            <pc:docMk/>
            <pc:sldMk cId="4141516915" sldId="269"/>
            <ac:cxnSpMk id="49" creationId="{64FC6FBA-CE3A-F71C-E5BB-FEDE4C5D7025}"/>
          </ac:cxnSpMkLst>
        </pc:cxnChg>
        <pc:cxnChg chg="mod topLvl">
          <ac:chgData name="TEJAS M K (RA2211038010012)" userId="3e9309d3-a25f-4e99-bac2-603b94ed61f5" providerId="ADAL" clId="{87CBFDD7-A9CB-4B9F-858A-052CABBE3C65}" dt="2025-11-11T13:05:28.347" v="3339" actId="14100"/>
          <ac:cxnSpMkLst>
            <pc:docMk/>
            <pc:sldMk cId="4141516915" sldId="269"/>
            <ac:cxnSpMk id="52" creationId="{C98CC7F6-9A1C-3839-99BE-666D8F4B235B}"/>
          </ac:cxnSpMkLst>
        </pc:cxnChg>
        <pc:cxnChg chg="add del mod">
          <ac:chgData name="TEJAS M K (RA2211038010012)" userId="3e9309d3-a25f-4e99-bac2-603b94ed61f5" providerId="ADAL" clId="{87CBFDD7-A9CB-4B9F-858A-052CABBE3C65}" dt="2025-11-11T08:59:52.107" v="2154" actId="478"/>
          <ac:cxnSpMkLst>
            <pc:docMk/>
            <pc:sldMk cId="4141516915" sldId="269"/>
            <ac:cxnSpMk id="53" creationId="{1EC80F46-767B-A1B5-918C-55120A8E2AD8}"/>
          </ac:cxnSpMkLst>
        </pc:cxnChg>
        <pc:cxnChg chg="add mod">
          <ac:chgData name="TEJAS M K (RA2211038010012)" userId="3e9309d3-a25f-4e99-bac2-603b94ed61f5" providerId="ADAL" clId="{87CBFDD7-A9CB-4B9F-858A-052CABBE3C65}" dt="2025-11-11T13:04:26.383" v="3281" actId="14100"/>
          <ac:cxnSpMkLst>
            <pc:docMk/>
            <pc:sldMk cId="4141516915" sldId="269"/>
            <ac:cxnSpMk id="54" creationId="{E361FF64-FD7E-096E-41D9-DDF4BA56AC9E}"/>
          </ac:cxnSpMkLst>
        </pc:cxnChg>
        <pc:cxnChg chg="add mod">
          <ac:chgData name="TEJAS M K (RA2211038010012)" userId="3e9309d3-a25f-4e99-bac2-603b94ed61f5" providerId="ADAL" clId="{87CBFDD7-A9CB-4B9F-858A-052CABBE3C65}" dt="2025-11-11T13:08:13.577" v="3475" actId="1036"/>
          <ac:cxnSpMkLst>
            <pc:docMk/>
            <pc:sldMk cId="4141516915" sldId="269"/>
            <ac:cxnSpMk id="56" creationId="{971EE572-F05A-9B22-D31D-7F4361EE41E3}"/>
          </ac:cxnSpMkLst>
        </pc:cxnChg>
        <pc:cxnChg chg="mod topLvl">
          <ac:chgData name="TEJAS M K (RA2211038010012)" userId="3e9309d3-a25f-4e99-bac2-603b94ed61f5" providerId="ADAL" clId="{87CBFDD7-A9CB-4B9F-858A-052CABBE3C65}" dt="2025-11-11T13:05:20.609" v="3337" actId="165"/>
          <ac:cxnSpMkLst>
            <pc:docMk/>
            <pc:sldMk cId="4141516915" sldId="269"/>
            <ac:cxnSpMk id="57" creationId="{AFB06DC1-0DDC-18B5-07FF-D9E4722BE665}"/>
          </ac:cxnSpMkLst>
        </pc:cxnChg>
        <pc:cxnChg chg="mod">
          <ac:chgData name="TEJAS M K (RA2211038010012)" userId="3e9309d3-a25f-4e99-bac2-603b94ed61f5" providerId="ADAL" clId="{87CBFDD7-A9CB-4B9F-858A-052CABBE3C65}" dt="2025-11-11T13:08:33.367" v="3477" actId="1076"/>
          <ac:cxnSpMkLst>
            <pc:docMk/>
            <pc:sldMk cId="4141516915" sldId="269"/>
            <ac:cxnSpMk id="59" creationId="{43FA2768-A3A4-2D2F-75A2-F140A74151CD}"/>
          </ac:cxnSpMkLst>
        </pc:cxnChg>
        <pc:cxnChg chg="add mod ord">
          <ac:chgData name="TEJAS M K (RA2211038010012)" userId="3e9309d3-a25f-4e99-bac2-603b94ed61f5" providerId="ADAL" clId="{87CBFDD7-A9CB-4B9F-858A-052CABBE3C65}" dt="2025-11-11T13:06:34.085" v="3392" actId="171"/>
          <ac:cxnSpMkLst>
            <pc:docMk/>
            <pc:sldMk cId="4141516915" sldId="269"/>
            <ac:cxnSpMk id="63" creationId="{7733DA98-66D7-B91B-6F49-C215A4F62F9D}"/>
          </ac:cxnSpMkLst>
        </pc:cxnChg>
        <pc:cxnChg chg="add mod">
          <ac:chgData name="TEJAS M K (RA2211038010012)" userId="3e9309d3-a25f-4e99-bac2-603b94ed61f5" providerId="ADAL" clId="{87CBFDD7-A9CB-4B9F-858A-052CABBE3C65}" dt="2025-11-08T16:50:18.122" v="1350" actId="208"/>
          <ac:cxnSpMkLst>
            <pc:docMk/>
            <pc:sldMk cId="4141516915" sldId="269"/>
            <ac:cxnSpMk id="97" creationId="{342B5881-D78B-6250-D3FE-DF30E324B221}"/>
          </ac:cxnSpMkLst>
        </pc:cxnChg>
        <pc:cxnChg chg="add mod">
          <ac:chgData name="TEJAS M K (RA2211038010012)" userId="3e9309d3-a25f-4e99-bac2-603b94ed61f5" providerId="ADAL" clId="{87CBFDD7-A9CB-4B9F-858A-052CABBE3C65}" dt="2025-11-08T16:50:18.122" v="1350" actId="208"/>
          <ac:cxnSpMkLst>
            <pc:docMk/>
            <pc:sldMk cId="4141516915" sldId="269"/>
            <ac:cxnSpMk id="103" creationId="{6D1FA2FD-3F43-679F-EC57-6260D440F88B}"/>
          </ac:cxnSpMkLst>
        </pc:cxnChg>
        <pc:cxnChg chg="add mod">
          <ac:chgData name="TEJAS M K (RA2211038010012)" userId="3e9309d3-a25f-4e99-bac2-603b94ed61f5" providerId="ADAL" clId="{87CBFDD7-A9CB-4B9F-858A-052CABBE3C65}" dt="2025-11-08T16:50:18.122" v="1350" actId="208"/>
          <ac:cxnSpMkLst>
            <pc:docMk/>
            <pc:sldMk cId="4141516915" sldId="269"/>
            <ac:cxnSpMk id="104" creationId="{F559D44F-6DD9-E944-1110-B7DF84C7D318}"/>
          </ac:cxnSpMkLst>
        </pc:cxnChg>
        <pc:cxnChg chg="add mod">
          <ac:chgData name="TEJAS M K (RA2211038010012)" userId="3e9309d3-a25f-4e99-bac2-603b94ed61f5" providerId="ADAL" clId="{87CBFDD7-A9CB-4B9F-858A-052CABBE3C65}" dt="2025-11-11T13:03:19.202" v="3254" actId="1076"/>
          <ac:cxnSpMkLst>
            <pc:docMk/>
            <pc:sldMk cId="4141516915" sldId="269"/>
            <ac:cxnSpMk id="114" creationId="{7219E4C7-9C54-60F5-54F4-857233902FA1}"/>
          </ac:cxnSpMkLst>
        </pc:cxnChg>
        <pc:cxnChg chg="add mod">
          <ac:chgData name="TEJAS M K (RA2211038010012)" userId="3e9309d3-a25f-4e99-bac2-603b94ed61f5" providerId="ADAL" clId="{87CBFDD7-A9CB-4B9F-858A-052CABBE3C65}" dt="2025-11-11T13:01:06.874" v="3141" actId="14100"/>
          <ac:cxnSpMkLst>
            <pc:docMk/>
            <pc:sldMk cId="4141516915" sldId="269"/>
            <ac:cxnSpMk id="115" creationId="{289EE20A-E0BF-5967-145D-AD5A38C524C8}"/>
          </ac:cxnSpMkLst>
        </pc:cxnChg>
        <pc:cxnChg chg="add mod">
          <ac:chgData name="TEJAS M K (RA2211038010012)" userId="3e9309d3-a25f-4e99-bac2-603b94ed61f5" providerId="ADAL" clId="{87CBFDD7-A9CB-4B9F-858A-052CABBE3C65}" dt="2025-11-12T02:59:40.811" v="3789" actId="14100"/>
          <ac:cxnSpMkLst>
            <pc:docMk/>
            <pc:sldMk cId="4141516915" sldId="269"/>
            <ac:cxnSpMk id="119" creationId="{85B9EC4F-84DD-A78D-FAE6-026B0B11046E}"/>
          </ac:cxnSpMkLst>
        </pc:cxnChg>
        <pc:cxnChg chg="add mod topLvl">
          <ac:chgData name="TEJAS M K (RA2211038010012)" userId="3e9309d3-a25f-4e99-bac2-603b94ed61f5" providerId="ADAL" clId="{87CBFDD7-A9CB-4B9F-858A-052CABBE3C65}" dt="2025-11-08T16:47:27.731" v="1333" actId="693"/>
          <ac:cxnSpMkLst>
            <pc:docMk/>
            <pc:sldMk cId="4141516915" sldId="269"/>
            <ac:cxnSpMk id="145" creationId="{70DA3793-DDA5-E2E3-1C83-3B5F8774C67E}"/>
          </ac:cxnSpMkLst>
        </pc:cxnChg>
        <pc:cxnChg chg="mod">
          <ac:chgData name="TEJAS M K (RA2211038010012)" userId="3e9309d3-a25f-4e99-bac2-603b94ed61f5" providerId="ADAL" clId="{87CBFDD7-A9CB-4B9F-858A-052CABBE3C65}" dt="2025-11-11T09:01:11.082" v="2162" actId="693"/>
          <ac:cxnSpMkLst>
            <pc:docMk/>
            <pc:sldMk cId="4141516915" sldId="269"/>
            <ac:cxnSpMk id="151" creationId="{ABD5C901-5399-5C1E-27AA-1FF799A6FB7E}"/>
          </ac:cxnSpMkLst>
        </pc:cxnChg>
        <pc:cxnChg chg="add mod">
          <ac:chgData name="TEJAS M K (RA2211038010012)" userId="3e9309d3-a25f-4e99-bac2-603b94ed61f5" providerId="ADAL" clId="{87CBFDD7-A9CB-4B9F-858A-052CABBE3C65}" dt="2025-11-11T09:01:04.663" v="2161" actId="693"/>
          <ac:cxnSpMkLst>
            <pc:docMk/>
            <pc:sldMk cId="4141516915" sldId="269"/>
            <ac:cxnSpMk id="157" creationId="{708DC8D9-D108-DA54-AC83-7A9026EB3438}"/>
          </ac:cxnSpMkLst>
        </pc:cxnChg>
        <pc:cxnChg chg="add mod">
          <ac:chgData name="TEJAS M K (RA2211038010012)" userId="3e9309d3-a25f-4e99-bac2-603b94ed61f5" providerId="ADAL" clId="{87CBFDD7-A9CB-4B9F-858A-052CABBE3C65}" dt="2025-11-11T09:01:04.663" v="2161" actId="693"/>
          <ac:cxnSpMkLst>
            <pc:docMk/>
            <pc:sldMk cId="4141516915" sldId="269"/>
            <ac:cxnSpMk id="159" creationId="{88C4B373-1989-1557-0B08-90F7A4D08D56}"/>
          </ac:cxnSpMkLst>
        </pc:cxnChg>
      </pc:sldChg>
      <pc:sldChg chg="addSp modSp mod">
        <pc:chgData name="TEJAS M K (RA2211038010012)" userId="3e9309d3-a25f-4e99-bac2-603b94ed61f5" providerId="ADAL" clId="{87CBFDD7-A9CB-4B9F-858A-052CABBE3C65}" dt="2025-11-11T13:42:26.188" v="3782" actId="1076"/>
        <pc:sldMkLst>
          <pc:docMk/>
          <pc:sldMk cId="583047085" sldId="270"/>
        </pc:sldMkLst>
        <pc:spChg chg="mod">
          <ac:chgData name="TEJAS M K (RA2211038010012)" userId="3e9309d3-a25f-4e99-bac2-603b94ed61f5" providerId="ADAL" clId="{87CBFDD7-A9CB-4B9F-858A-052CABBE3C65}" dt="2025-11-08T17:17:34.238" v="1501" actId="2711"/>
          <ac:spMkLst>
            <pc:docMk/>
            <pc:sldMk cId="583047085" sldId="270"/>
            <ac:spMk id="4" creationId="{3D162350-B107-81D9-2E83-824C7094A85B}"/>
          </ac:spMkLst>
        </pc:spChg>
        <pc:spChg chg="mod">
          <ac:chgData name="TEJAS M K (RA2211038010012)" userId="3e9309d3-a25f-4e99-bac2-603b94ed61f5" providerId="ADAL" clId="{87CBFDD7-A9CB-4B9F-858A-052CABBE3C65}" dt="2025-11-09T13:10:07.952" v="1576" actId="2711"/>
          <ac:spMkLst>
            <pc:docMk/>
            <pc:sldMk cId="583047085" sldId="270"/>
            <ac:spMk id="7" creationId="{D1F0983B-DBAB-5B36-0929-46FDD1C4E22C}"/>
          </ac:spMkLst>
        </pc:spChg>
        <pc:spChg chg="mod">
          <ac:chgData name="TEJAS M K (RA2211038010012)" userId="3e9309d3-a25f-4e99-bac2-603b94ed61f5" providerId="ADAL" clId="{87CBFDD7-A9CB-4B9F-858A-052CABBE3C65}" dt="2025-11-09T13:10:07.952" v="1576" actId="2711"/>
          <ac:spMkLst>
            <pc:docMk/>
            <pc:sldMk cId="583047085" sldId="270"/>
            <ac:spMk id="9" creationId="{5DF9734F-BF6D-68DC-4A4B-9B6ADC4D2447}"/>
          </ac:spMkLst>
        </pc:spChg>
        <pc:picChg chg="add mod">
          <ac:chgData name="TEJAS M K (RA2211038010012)" userId="3e9309d3-a25f-4e99-bac2-603b94ed61f5" providerId="ADAL" clId="{87CBFDD7-A9CB-4B9F-858A-052CABBE3C65}" dt="2025-11-11T13:42:26.188" v="3782" actId="1076"/>
          <ac:picMkLst>
            <pc:docMk/>
            <pc:sldMk cId="583047085" sldId="270"/>
            <ac:picMk id="6" creationId="{E571FBEB-5C3E-8ECF-81A5-2673FBB24C97}"/>
          </ac:picMkLst>
        </pc:picChg>
        <pc:picChg chg="add mod">
          <ac:chgData name="TEJAS M K (RA2211038010012)" userId="3e9309d3-a25f-4e99-bac2-603b94ed61f5" providerId="ADAL" clId="{87CBFDD7-A9CB-4B9F-858A-052CABBE3C65}" dt="2025-11-11T09:10:06.381" v="2242" actId="1076"/>
          <ac:picMkLst>
            <pc:docMk/>
            <pc:sldMk cId="583047085" sldId="270"/>
            <ac:picMk id="2050" creationId="{3675A8C8-6588-9C5B-C2F3-3EE502CAFA20}"/>
          </ac:picMkLst>
        </pc:picChg>
      </pc:sldChg>
      <pc:sldChg chg="modSp del mod">
        <pc:chgData name="TEJAS M K (RA2211038010012)" userId="3e9309d3-a25f-4e99-bac2-603b94ed61f5" providerId="ADAL" clId="{87CBFDD7-A9CB-4B9F-858A-052CABBE3C65}" dt="2025-11-11T13:00:28.647" v="3138" actId="47"/>
        <pc:sldMkLst>
          <pc:docMk/>
          <pc:sldMk cId="2168750710" sldId="271"/>
        </pc:sldMkLst>
        <pc:spChg chg="mod">
          <ac:chgData name="TEJAS M K (RA2211038010012)" userId="3e9309d3-a25f-4e99-bac2-603b94ed61f5" providerId="ADAL" clId="{87CBFDD7-A9CB-4B9F-858A-052CABBE3C65}" dt="2025-11-11T09:17:57.495" v="2254" actId="313"/>
          <ac:spMkLst>
            <pc:docMk/>
            <pc:sldMk cId="2168750710" sldId="271"/>
            <ac:spMk id="9" creationId="{28CEDB6E-D5E7-B315-FE8D-B4E56F0C0C75}"/>
          </ac:spMkLst>
        </pc:spChg>
      </pc:sldChg>
      <pc:sldChg chg="addSp delSp modSp add del mod">
        <pc:chgData name="TEJAS M K (RA2211038010012)" userId="3e9309d3-a25f-4e99-bac2-603b94ed61f5" providerId="ADAL" clId="{87CBFDD7-A9CB-4B9F-858A-052CABBE3C65}" dt="2025-11-12T03:13:07.013" v="4139" actId="207"/>
        <pc:sldMkLst>
          <pc:docMk/>
          <pc:sldMk cId="2439817587" sldId="272"/>
        </pc:sldMkLst>
        <pc:spChg chg="add mod ord">
          <ac:chgData name="TEJAS M K (RA2211038010012)" userId="3e9309d3-a25f-4e99-bac2-603b94ed61f5" providerId="ADAL" clId="{87CBFDD7-A9CB-4B9F-858A-052CABBE3C65}" dt="2025-11-12T03:13:07.013" v="4139" actId="207"/>
          <ac:spMkLst>
            <pc:docMk/>
            <pc:sldMk cId="2439817587" sldId="272"/>
            <ac:spMk id="3" creationId="{EFE3B64A-E2CF-869D-9C6E-A38075BEB21E}"/>
          </ac:spMkLst>
        </pc:spChg>
        <pc:spChg chg="mod">
          <ac:chgData name="TEJAS M K (RA2211038010012)" userId="3e9309d3-a25f-4e99-bac2-603b94ed61f5" providerId="ADAL" clId="{87CBFDD7-A9CB-4B9F-858A-052CABBE3C65}" dt="2025-11-08T17:17:53.342" v="1503" actId="2711"/>
          <ac:spMkLst>
            <pc:docMk/>
            <pc:sldMk cId="2439817587" sldId="272"/>
            <ac:spMk id="4" creationId="{4FBA29E1-B952-F6EF-1E92-612123E01223}"/>
          </ac:spMkLst>
        </pc:spChg>
        <pc:spChg chg="mod">
          <ac:chgData name="TEJAS M K (RA2211038010012)" userId="3e9309d3-a25f-4e99-bac2-603b94ed61f5" providerId="ADAL" clId="{87CBFDD7-A9CB-4B9F-858A-052CABBE3C65}" dt="2025-11-09T13:10:31.038" v="1578" actId="2711"/>
          <ac:spMkLst>
            <pc:docMk/>
            <pc:sldMk cId="2439817587" sldId="272"/>
            <ac:spMk id="7" creationId="{3F31F9BF-BBAD-AC58-47D4-30A21E0E3E84}"/>
          </ac:spMkLst>
        </pc:spChg>
        <pc:spChg chg="add mod">
          <ac:chgData name="TEJAS M K (RA2211038010012)" userId="3e9309d3-a25f-4e99-bac2-603b94ed61f5" providerId="ADAL" clId="{87CBFDD7-A9CB-4B9F-858A-052CABBE3C65}" dt="2025-11-11T09:52:10" v="2341" actId="164"/>
          <ac:spMkLst>
            <pc:docMk/>
            <pc:sldMk cId="2439817587" sldId="272"/>
            <ac:spMk id="10" creationId="{7DF957DA-3EB3-5D69-CD40-9F3BC8E3F21B}"/>
          </ac:spMkLst>
        </pc:spChg>
        <pc:spChg chg="add mod">
          <ac:chgData name="TEJAS M K (RA2211038010012)" userId="3e9309d3-a25f-4e99-bac2-603b94ed61f5" providerId="ADAL" clId="{87CBFDD7-A9CB-4B9F-858A-052CABBE3C65}" dt="2025-11-11T09:52:10" v="2341" actId="164"/>
          <ac:spMkLst>
            <pc:docMk/>
            <pc:sldMk cId="2439817587" sldId="272"/>
            <ac:spMk id="11" creationId="{9E3E4CB9-4E21-D656-3C00-D6F7D310DA2C}"/>
          </ac:spMkLst>
        </pc:spChg>
        <pc:spChg chg="add mod">
          <ac:chgData name="TEJAS M K (RA2211038010012)" userId="3e9309d3-a25f-4e99-bac2-603b94ed61f5" providerId="ADAL" clId="{87CBFDD7-A9CB-4B9F-858A-052CABBE3C65}" dt="2025-11-11T09:52:10" v="2341" actId="164"/>
          <ac:spMkLst>
            <pc:docMk/>
            <pc:sldMk cId="2439817587" sldId="272"/>
            <ac:spMk id="12" creationId="{2B40F592-08EC-97F1-8F8A-5DDFEC789CB7}"/>
          </ac:spMkLst>
        </pc:spChg>
        <pc:spChg chg="add mod">
          <ac:chgData name="TEJAS M K (RA2211038010012)" userId="3e9309d3-a25f-4e99-bac2-603b94ed61f5" providerId="ADAL" clId="{87CBFDD7-A9CB-4B9F-858A-052CABBE3C65}" dt="2025-11-12T03:11:44.204" v="4045" actId="2085"/>
          <ac:spMkLst>
            <pc:docMk/>
            <pc:sldMk cId="2439817587" sldId="272"/>
            <ac:spMk id="13" creationId="{A92F82A7-05EE-7419-6843-13D10848458B}"/>
          </ac:spMkLst>
        </pc:spChg>
        <pc:spChg chg="add mod">
          <ac:chgData name="TEJAS M K (RA2211038010012)" userId="3e9309d3-a25f-4e99-bac2-603b94ed61f5" providerId="ADAL" clId="{87CBFDD7-A9CB-4B9F-858A-052CABBE3C65}" dt="2025-11-12T03:11:52.392" v="4076" actId="1037"/>
          <ac:spMkLst>
            <pc:docMk/>
            <pc:sldMk cId="2439817587" sldId="272"/>
            <ac:spMk id="14" creationId="{5B9B6CDC-FFDC-C2EB-AC3D-17FA6FAD3F50}"/>
          </ac:spMkLst>
        </pc:spChg>
        <pc:spChg chg="add del mod">
          <ac:chgData name="TEJAS M K (RA2211038010012)" userId="3e9309d3-a25f-4e99-bac2-603b94ed61f5" providerId="ADAL" clId="{87CBFDD7-A9CB-4B9F-858A-052CABBE3C65}" dt="2025-11-11T08:43:28.698" v="1923" actId="478"/>
          <ac:spMkLst>
            <pc:docMk/>
            <pc:sldMk cId="2439817587" sldId="272"/>
            <ac:spMk id="14" creationId="{F5E3618F-40AE-DEA5-B336-447A80CD9D98}"/>
          </ac:spMkLst>
        </pc:spChg>
        <pc:spChg chg="add mod">
          <ac:chgData name="TEJAS M K (RA2211038010012)" userId="3e9309d3-a25f-4e99-bac2-603b94ed61f5" providerId="ADAL" clId="{87CBFDD7-A9CB-4B9F-858A-052CABBE3C65}" dt="2025-11-11T09:52:10" v="2341" actId="164"/>
          <ac:spMkLst>
            <pc:docMk/>
            <pc:sldMk cId="2439817587" sldId="272"/>
            <ac:spMk id="15" creationId="{4365D501-9CD9-1B63-E3C0-D4AF18386EA7}"/>
          </ac:spMkLst>
        </pc:spChg>
        <pc:spChg chg="add mod">
          <ac:chgData name="TEJAS M K (RA2211038010012)" userId="3e9309d3-a25f-4e99-bac2-603b94ed61f5" providerId="ADAL" clId="{87CBFDD7-A9CB-4B9F-858A-052CABBE3C65}" dt="2025-11-12T03:13:07.013" v="4139" actId="207"/>
          <ac:spMkLst>
            <pc:docMk/>
            <pc:sldMk cId="2439817587" sldId="272"/>
            <ac:spMk id="17" creationId="{5A598C3B-503D-14F7-F2E6-4A75E03B8536}"/>
          </ac:spMkLst>
        </pc:spChg>
        <pc:grpChg chg="add mod">
          <ac:chgData name="TEJAS M K (RA2211038010012)" userId="3e9309d3-a25f-4e99-bac2-603b94ed61f5" providerId="ADAL" clId="{87CBFDD7-A9CB-4B9F-858A-052CABBE3C65}" dt="2025-11-11T09:52:15.125" v="2342" actId="1076"/>
          <ac:grpSpMkLst>
            <pc:docMk/>
            <pc:sldMk cId="2439817587" sldId="272"/>
            <ac:grpSpMk id="16" creationId="{25008C51-B5BA-7D66-A900-4B00C8DB4D62}"/>
          </ac:grpSpMkLst>
        </pc:grpChg>
        <pc:picChg chg="add del mod">
          <ac:chgData name="TEJAS M K (RA2211038010012)" userId="3e9309d3-a25f-4e99-bac2-603b94ed61f5" providerId="ADAL" clId="{87CBFDD7-A9CB-4B9F-858A-052CABBE3C65}" dt="2025-11-11T09:43:38.106" v="2298" actId="478"/>
          <ac:picMkLst>
            <pc:docMk/>
            <pc:sldMk cId="2439817587" sldId="272"/>
            <ac:picMk id="6" creationId="{21BBF7AE-2A1F-853A-D652-E227197C8D0C}"/>
          </ac:picMkLst>
        </pc:picChg>
        <pc:picChg chg="add mod">
          <ac:chgData name="TEJAS M K (RA2211038010012)" userId="3e9309d3-a25f-4e99-bac2-603b94ed61f5" providerId="ADAL" clId="{87CBFDD7-A9CB-4B9F-858A-052CABBE3C65}" dt="2025-11-11T09:50:17.477" v="2301" actId="27614"/>
          <ac:picMkLst>
            <pc:docMk/>
            <pc:sldMk cId="2439817587" sldId="272"/>
            <ac:picMk id="9" creationId="{F65DF573-D5CC-B499-1C22-34EFC1450070}"/>
          </ac:picMkLst>
        </pc:picChg>
        <pc:picChg chg="add del mod">
          <ac:chgData name="TEJAS M K (RA2211038010012)" userId="3e9309d3-a25f-4e99-bac2-603b94ed61f5" providerId="ADAL" clId="{87CBFDD7-A9CB-4B9F-858A-052CABBE3C65}" dt="2025-11-11T08:43:23.362" v="1922" actId="478"/>
          <ac:picMkLst>
            <pc:docMk/>
            <pc:sldMk cId="2439817587" sldId="272"/>
            <ac:picMk id="13" creationId="{243134C7-7343-B4F8-8E7E-C57BE4A6ED2C}"/>
          </ac:picMkLst>
        </pc:picChg>
        <pc:cxnChg chg="add del">
          <ac:chgData name="TEJAS M K (RA2211038010012)" userId="3e9309d3-a25f-4e99-bac2-603b94ed61f5" providerId="ADAL" clId="{87CBFDD7-A9CB-4B9F-858A-052CABBE3C65}" dt="2025-11-12T03:11:22.552" v="4041" actId="478"/>
          <ac:cxnSpMkLst>
            <pc:docMk/>
            <pc:sldMk cId="2439817587" sldId="272"/>
            <ac:cxnSpMk id="8" creationId="{6E4922B9-F25C-D0C2-660A-210147C8EE77}"/>
          </ac:cxnSpMkLst>
        </pc:cxnChg>
      </pc:sldChg>
      <pc:sldChg chg="new del">
        <pc:chgData name="TEJAS M K (RA2211038010012)" userId="3e9309d3-a25f-4e99-bac2-603b94ed61f5" providerId="ADAL" clId="{87CBFDD7-A9CB-4B9F-858A-052CABBE3C65}" dt="2025-11-11T09:52:25.105" v="2344" actId="47"/>
        <pc:sldMkLst>
          <pc:docMk/>
          <pc:sldMk cId="840297575" sldId="273"/>
        </pc:sldMkLst>
      </pc:sldChg>
      <pc:sldChg chg="addSp delSp modSp add mod">
        <pc:chgData name="TEJAS M K (RA2211038010012)" userId="3e9309d3-a25f-4e99-bac2-603b94ed61f5" providerId="ADAL" clId="{87CBFDD7-A9CB-4B9F-858A-052CABBE3C65}" dt="2025-11-11T13:12:32.369" v="3718" actId="12"/>
        <pc:sldMkLst>
          <pc:docMk/>
          <pc:sldMk cId="4115348397" sldId="273"/>
        </pc:sldMkLst>
        <pc:spChg chg="add del mod">
          <ac:chgData name="TEJAS M K (RA2211038010012)" userId="3e9309d3-a25f-4e99-bac2-603b94ed61f5" providerId="ADAL" clId="{87CBFDD7-A9CB-4B9F-858A-052CABBE3C65}" dt="2025-11-11T10:04:15.383" v="2954" actId="1036"/>
          <ac:spMkLst>
            <pc:docMk/>
            <pc:sldMk cId="4115348397" sldId="273"/>
            <ac:spMk id="7" creationId="{6C53CD07-6104-00DB-29ED-1E44498A8997}"/>
          </ac:spMkLst>
        </pc:spChg>
        <pc:grpChg chg="del">
          <ac:chgData name="TEJAS M K (RA2211038010012)" userId="3e9309d3-a25f-4e99-bac2-603b94ed61f5" providerId="ADAL" clId="{87CBFDD7-A9CB-4B9F-858A-052CABBE3C65}" dt="2025-11-11T10:03:59.284" v="2937" actId="478"/>
          <ac:grpSpMkLst>
            <pc:docMk/>
            <pc:sldMk cId="4115348397" sldId="273"/>
            <ac:grpSpMk id="16" creationId="{1111C174-1510-4F54-0370-A8D14B7AA5E1}"/>
          </ac:grpSpMkLst>
        </pc:grpChg>
        <pc:graphicFrameChg chg="add del mod modGraphic">
          <ac:chgData name="TEJAS M K (RA2211038010012)" userId="3e9309d3-a25f-4e99-bac2-603b94ed61f5" providerId="ADAL" clId="{87CBFDD7-A9CB-4B9F-858A-052CABBE3C65}" dt="2025-11-11T09:55:57.649" v="2393" actId="478"/>
          <ac:graphicFrameMkLst>
            <pc:docMk/>
            <pc:sldMk cId="4115348397" sldId="273"/>
            <ac:graphicFrameMk id="3" creationId="{22367375-D319-F437-2D7B-EB3B19743690}"/>
          </ac:graphicFrameMkLst>
        </pc:graphicFrameChg>
        <pc:graphicFrameChg chg="add mod modGraphic">
          <ac:chgData name="TEJAS M K (RA2211038010012)" userId="3e9309d3-a25f-4e99-bac2-603b94ed61f5" providerId="ADAL" clId="{87CBFDD7-A9CB-4B9F-858A-052CABBE3C65}" dt="2025-11-11T13:12:32.369" v="3718" actId="12"/>
          <ac:graphicFrameMkLst>
            <pc:docMk/>
            <pc:sldMk cId="4115348397" sldId="273"/>
            <ac:graphicFrameMk id="6" creationId="{66342D68-C550-DAF1-5CB3-3280AC241FD1}"/>
          </ac:graphicFrameMkLst>
        </pc:graphicFrameChg>
        <pc:picChg chg="add del">
          <ac:chgData name="TEJAS M K (RA2211038010012)" userId="3e9309d3-a25f-4e99-bac2-603b94ed61f5" providerId="ADAL" clId="{87CBFDD7-A9CB-4B9F-858A-052CABBE3C65}" dt="2025-11-11T09:54:11.291" v="2387" actId="478"/>
          <ac:picMkLst>
            <pc:docMk/>
            <pc:sldMk cId="4115348397" sldId="273"/>
            <ac:picMk id="9" creationId="{BE550ECD-7481-F33C-E1D2-D95A3AA9B2E7}"/>
          </ac:picMkLst>
        </pc:picChg>
      </pc:sldChg>
      <pc:sldChg chg="addSp delSp modSp add mod">
        <pc:chgData name="TEJAS M K (RA2211038010012)" userId="3e9309d3-a25f-4e99-bac2-603b94ed61f5" providerId="ADAL" clId="{87CBFDD7-A9CB-4B9F-858A-052CABBE3C65}" dt="2025-11-11T13:13:54.597" v="3723" actId="404"/>
        <pc:sldMkLst>
          <pc:docMk/>
          <pc:sldMk cId="2965798290" sldId="274"/>
        </pc:sldMkLst>
        <pc:spChg chg="mod">
          <ac:chgData name="TEJAS M K (RA2211038010012)" userId="3e9309d3-a25f-4e99-bac2-603b94ed61f5" providerId="ADAL" clId="{87CBFDD7-A9CB-4B9F-858A-052CABBE3C65}" dt="2025-11-11T13:00:20.344" v="3136" actId="1035"/>
          <ac:spMkLst>
            <pc:docMk/>
            <pc:sldMk cId="2965798290" sldId="274"/>
            <ac:spMk id="7" creationId="{D2221B91-75F7-5546-5814-9B42DA48EC88}"/>
          </ac:spMkLst>
        </pc:spChg>
        <pc:spChg chg="del">
          <ac:chgData name="TEJAS M K (RA2211038010012)" userId="3e9309d3-a25f-4e99-bac2-603b94ed61f5" providerId="ADAL" clId="{87CBFDD7-A9CB-4B9F-858A-052CABBE3C65}" dt="2025-11-11T12:42:16.870" v="3033" actId="478"/>
          <ac:spMkLst>
            <pc:docMk/>
            <pc:sldMk cId="2965798290" sldId="274"/>
            <ac:spMk id="9" creationId="{1BFC3CF6-0371-3F0D-2D71-5C4CE9EF6D2E}"/>
          </ac:spMkLst>
        </pc:spChg>
        <pc:graphicFrameChg chg="add mod modGraphic">
          <ac:chgData name="TEJAS M K (RA2211038010012)" userId="3e9309d3-a25f-4e99-bac2-603b94ed61f5" providerId="ADAL" clId="{87CBFDD7-A9CB-4B9F-858A-052CABBE3C65}" dt="2025-11-11T13:13:54.597" v="3723" actId="404"/>
          <ac:graphicFrameMkLst>
            <pc:docMk/>
            <pc:sldMk cId="2965798290" sldId="274"/>
            <ac:graphicFrameMk id="3" creationId="{0C1C8C01-6F50-1103-D104-AAF863F11134}"/>
          </ac:graphicFrameMkLst>
        </pc:graphicFrameChg>
      </pc:sldChg>
      <pc:sldChg chg="addSp delSp modSp mod">
        <pc:chgData name="TEJAS M K (RA2211038010012)" userId="3e9309d3-a25f-4e99-bac2-603b94ed61f5" providerId="ADAL" clId="{87CBFDD7-A9CB-4B9F-858A-052CABBE3C65}" dt="2025-11-12T03:17:25.765" v="4266"/>
        <pc:sldMkLst>
          <pc:docMk/>
          <pc:sldMk cId="156556070" sldId="275"/>
        </pc:sldMkLst>
        <pc:spChg chg="del">
          <ac:chgData name="TEJAS M K (RA2211038010012)" userId="3e9309d3-a25f-4e99-bac2-603b94ed61f5" providerId="ADAL" clId="{87CBFDD7-A9CB-4B9F-858A-052CABBE3C65}" dt="2025-11-12T03:09:43.451" v="3962" actId="478"/>
          <ac:spMkLst>
            <pc:docMk/>
            <pc:sldMk cId="156556070" sldId="275"/>
            <ac:spMk id="2" creationId="{37B36591-AD00-B0C2-72AC-7DDF2E0BAA2D}"/>
          </ac:spMkLst>
        </pc:spChg>
        <pc:spChg chg="add mod">
          <ac:chgData name="TEJAS M K (RA2211038010012)" userId="3e9309d3-a25f-4e99-bac2-603b94ed61f5" providerId="ADAL" clId="{87CBFDD7-A9CB-4B9F-858A-052CABBE3C65}" dt="2025-11-12T03:17:11.915" v="4260" actId="1035"/>
          <ac:spMkLst>
            <pc:docMk/>
            <pc:sldMk cId="156556070" sldId="275"/>
            <ac:spMk id="3" creationId="{455BC99E-AB4F-6396-6507-AD8C0B28748A}"/>
          </ac:spMkLst>
        </pc:spChg>
        <pc:graphicFrameChg chg="mod modGraphic">
          <ac:chgData name="TEJAS M K (RA2211038010012)" userId="3e9309d3-a25f-4e99-bac2-603b94ed61f5" providerId="ADAL" clId="{87CBFDD7-A9CB-4B9F-858A-052CABBE3C65}" dt="2025-11-12T03:17:25.765" v="4266"/>
          <ac:graphicFrameMkLst>
            <pc:docMk/>
            <pc:sldMk cId="156556070" sldId="275"/>
            <ac:graphicFrameMk id="7" creationId="{B6402551-EA9C-73F5-5003-B29F382DF11B}"/>
          </ac:graphicFrameMkLst>
        </pc:graphicFrameChg>
        <pc:graphicFrameChg chg="add del mod">
          <ac:chgData name="TEJAS M K (RA2211038010012)" userId="3e9309d3-a25f-4e99-bac2-603b94ed61f5" providerId="ADAL" clId="{87CBFDD7-A9CB-4B9F-858A-052CABBE3C65}" dt="2025-11-12T03:15:41.808" v="4235" actId="478"/>
          <ac:graphicFrameMkLst>
            <pc:docMk/>
            <pc:sldMk cId="156556070" sldId="275"/>
            <ac:graphicFrameMk id="8" creationId="{C06207C9-51D2-3117-4CDE-83ACA8FA722D}"/>
          </ac:graphicFrameMkLst>
        </pc:graphicFrameChg>
      </pc:sldChg>
      <pc:sldChg chg="modSp del mod">
        <pc:chgData name="TEJAS M K (RA2211038010012)" userId="3e9309d3-a25f-4e99-bac2-603b94ed61f5" providerId="ADAL" clId="{87CBFDD7-A9CB-4B9F-858A-052CABBE3C65}" dt="2025-11-12T03:17:31.066" v="4267" actId="47"/>
        <pc:sldMkLst>
          <pc:docMk/>
          <pc:sldMk cId="3854515012" sldId="276"/>
        </pc:sldMkLst>
        <pc:graphicFrameChg chg="mod modGraphic">
          <ac:chgData name="TEJAS M K (RA2211038010012)" userId="3e9309d3-a25f-4e99-bac2-603b94ed61f5" providerId="ADAL" clId="{87CBFDD7-A9CB-4B9F-858A-052CABBE3C65}" dt="2025-11-12T03:16:31.972" v="4247" actId="21"/>
          <ac:graphicFrameMkLst>
            <pc:docMk/>
            <pc:sldMk cId="3854515012" sldId="276"/>
            <ac:graphicFrameMk id="8" creationId="{29B8965F-0F78-F073-B45E-0098F293AF29}"/>
          </ac:graphicFrameMkLst>
        </pc:graphicFrameChg>
      </pc:sldChg>
      <pc:sldChg chg="new del">
        <pc:chgData name="TEJAS M K (RA2211038010012)" userId="3e9309d3-a25f-4e99-bac2-603b94ed61f5" providerId="ADAL" clId="{87CBFDD7-A9CB-4B9F-858A-052CABBE3C65}" dt="2025-11-12T05:02:51.655" v="4271" actId="47"/>
        <pc:sldMkLst>
          <pc:docMk/>
          <pc:sldMk cId="3949421157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54293-DBDE-4209-BE26-8F026CF66EC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5130F-383D-4788-8415-9ACE02617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39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09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24A03-C821-A1FC-40D2-3146A5323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FBE71-945F-AD51-A058-A3166A2A4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9149DE-17AA-7BB2-5914-3FEA4AB5F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B68E7-EAF3-4159-F2FD-675119BDCD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90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30A7A-ECD9-902D-B343-097A4706A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FB24E3-DDDA-A6F2-7244-6353A0159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5E9FC-CD73-87C9-7FCD-07FBD21A8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14D9D-37C3-7801-8B22-A0EEBC7D1C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84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3A1EF-5EF6-4F25-7394-10441FA44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54A83-4B81-DD7E-4F0A-0171E8001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3B137-850D-88BA-5EDA-0FD4D7A78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D7854-760A-E1E0-572B-0B13335F03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09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DCD57-0BEF-EDD2-3279-FC247445E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F3B67-B29A-1976-64ED-6E8175932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4B9A85-0BDB-AFCA-B1CC-4F8C2688F9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8DE37-7FAF-EE4E-DE51-55C4ED7B9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696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71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72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46780-4265-44A1-A95F-28216075D37F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1EFC-F108-45D5-BD59-031920F9137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6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E8282-A67C-4A5A-8A10-1BEAAA7BBF3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4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D9504-3D2E-4D06-8FEB-4CEA05BA2992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53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6F2A-DDA7-452F-84E0-BBD71DC617A4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F7313-D47F-48A2-A6A5-CA31B8023AD9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06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EAD67-0F03-40A1-8868-62B048F59B43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54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3B35-5E5A-4EEF-8DD6-B562E7FC7014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8CB2F-1920-495F-8367-0BB5B36EE144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9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BDCA8-11EE-4754-B18B-A9C402DBBA76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8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739B-C50B-490D-9562-004BB20F460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1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62345-1060-4827-A918-BAFD9B83037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13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7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3FE3E-3F97-47FB-ADD0-3A54B493EED2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11/11/2025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0630" y="1062752"/>
            <a:ext cx="88267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Development of Floor Level Material Transfer Mobile 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933" y="2762820"/>
            <a:ext cx="7032812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u="sng">
                <a:latin typeface="Arial" panose="020B0604020202020204" pitchFamily="34" charset="0"/>
                <a:cs typeface="Arial" panose="020B0604020202020204" pitchFamily="34" charset="0"/>
              </a:rPr>
              <a:t>Project Members</a:t>
            </a:r>
          </a:p>
          <a:p>
            <a:pPr algn="ctr">
              <a:lnSpc>
                <a:spcPct val="150000"/>
              </a:lnSpc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Lalithesh K (RA2211038010007)</a:t>
            </a:r>
          </a:p>
          <a:p>
            <a:pPr algn="ctr">
              <a:lnSpc>
                <a:spcPct val="150000"/>
              </a:lnSpc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Tejas M K (RA2211038010012)</a:t>
            </a:r>
          </a:p>
          <a:p>
            <a:pPr algn="ctr">
              <a:lnSpc>
                <a:spcPct val="150000"/>
              </a:lnSpc>
            </a:pP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Preetham M (RA2211038010046)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5594" y="4777967"/>
            <a:ext cx="7032812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the Guidance of</a:t>
            </a:r>
          </a:p>
          <a:p>
            <a:pPr algn="ctr">
              <a:lnSpc>
                <a:spcPct val="150000"/>
              </a:lnSpc>
            </a:pPr>
            <a:r>
              <a:rPr lang="en-US" sz="240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R. Senthilnathan M.E., Ph.D.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758D8E-0359-7256-8408-8D477CFAF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AC0DA-A6FB-E83E-FA60-80DC659DA6AE}"/>
              </a:ext>
            </a:extLst>
          </p:cNvPr>
          <p:cNvSpPr txBox="1"/>
          <p:nvPr/>
        </p:nvSpPr>
        <p:spPr>
          <a:xfrm>
            <a:off x="3249043" y="2202529"/>
            <a:ext cx="2589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Batch No. MRP02</a:t>
            </a:r>
            <a:endParaRPr lang="en-I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599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2D73-ABBB-4738-B8CF-04AA246A36FA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11/11/2025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6668B58-A66D-FE8A-8ADA-51F27F9541EB}"/>
              </a:ext>
            </a:extLst>
          </p:cNvPr>
          <p:cNvSpPr txBox="1">
            <a:spLocks/>
          </p:cNvSpPr>
          <p:nvPr/>
        </p:nvSpPr>
        <p:spPr>
          <a:xfrm>
            <a:off x="2897281" y="634518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C74F4-BFCC-D34C-0A55-FFF6BEA7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04E662-AC0D-BE34-BF2B-D8C606EBD2C4}"/>
              </a:ext>
            </a:extLst>
          </p:cNvPr>
          <p:cNvSpPr txBox="1"/>
          <p:nvPr/>
        </p:nvSpPr>
        <p:spPr>
          <a:xfrm>
            <a:off x="628650" y="900283"/>
            <a:ext cx="8095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CA3348-C735-A36B-DB34-F867CEEB1926}"/>
              </a:ext>
            </a:extLst>
          </p:cNvPr>
          <p:cNvSpPr txBox="1"/>
          <p:nvPr/>
        </p:nvSpPr>
        <p:spPr>
          <a:xfrm>
            <a:off x="419878" y="1456483"/>
            <a:ext cx="8315490" cy="4899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The primary objective is 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develop an autonomous indoor delivery robot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capable of transporting materials between designated locations (Entrances of various rooms) within a single floor of a building (Hi-tech 2</a:t>
            </a:r>
            <a:r>
              <a:rPr lang="en-US" altLang="en-US" sz="1400" baseline="3000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Floor).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The various tasks to accomplish the objective are: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implement mapping and localization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using onboard sensors, enabling the robot to autonomously navigate and plan optimal paths within its environment.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GB" sz="1400" b="1">
                <a:latin typeface="Arial" panose="020B0604020202020204" pitchFamily="34" charset="0"/>
                <a:cs typeface="Arial" panose="020B0604020202020204" pitchFamily="34" charset="0"/>
              </a:rPr>
              <a:t>enable safe and reliable navigation and path planning</a:t>
            </a:r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, ensuring the robot can operate in dynamic environments and maintain a safe coexistence with human activity.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develop a user-friendly interface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for assigning pickup and drop-off tasks, providing intuitive interaction and real-time status monitoring.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The secondary objectives are: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integrate an autonomous docking mechanism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that allows the robot to return to a charging station and recharge automatically when the battery level is low.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design and implement a developer dashboard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that provides remote monitoring, manual pilot control, and system diagnostics for maintenance and performance evaluation.</a:t>
            </a:r>
          </a:p>
        </p:txBody>
      </p:sp>
    </p:spTree>
    <p:extLst>
      <p:ext uri="{BB962C8B-B14F-4D97-AF65-F5344CB8AC3E}">
        <p14:creationId xmlns:p14="http://schemas.microsoft.com/office/powerpoint/2010/main" val="423912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1F721989-FD5E-81B4-7D35-94210A5804A8}"/>
              </a:ext>
            </a:extLst>
          </p:cNvPr>
          <p:cNvSpPr txBox="1"/>
          <p:nvPr/>
        </p:nvSpPr>
        <p:spPr>
          <a:xfrm rot="16200000">
            <a:off x="3087924" y="2676072"/>
            <a:ext cx="652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/>
              <a:t>Override delivery tasks if charge low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AD0FD-CA97-4D12-90B6-1074F94F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8F5C-EA58-4B19-8DAD-638845D8F13F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11/11/2025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C68E88A-6ACE-E1F2-E6F5-AFDCF396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A3EC68-61FC-6F18-710E-C586BA02B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3C22F-5E07-D2C7-7297-9AF614049C25}"/>
              </a:ext>
            </a:extLst>
          </p:cNvPr>
          <p:cNvSpPr txBox="1"/>
          <p:nvPr/>
        </p:nvSpPr>
        <p:spPr>
          <a:xfrm>
            <a:off x="360592" y="945597"/>
            <a:ext cx="8574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High Level System Block Diagram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40902E2-036C-46D6-EE4B-9A745533FCB6}"/>
              </a:ext>
            </a:extLst>
          </p:cNvPr>
          <p:cNvGrpSpPr/>
          <p:nvPr/>
        </p:nvGrpSpPr>
        <p:grpSpPr>
          <a:xfrm>
            <a:off x="262251" y="1734637"/>
            <a:ext cx="8542566" cy="4535356"/>
            <a:chOff x="220818" y="1054125"/>
            <a:chExt cx="8542566" cy="4535356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6D6385F-9961-879F-B41A-6E1F53625EEC}"/>
                </a:ext>
              </a:extLst>
            </p:cNvPr>
            <p:cNvGrpSpPr/>
            <p:nvPr/>
          </p:nvGrpSpPr>
          <p:grpSpPr>
            <a:xfrm>
              <a:off x="220818" y="2427752"/>
              <a:ext cx="8542566" cy="3161729"/>
              <a:chOff x="326473" y="2307481"/>
              <a:chExt cx="8542566" cy="3161729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DBB1602-F906-03A1-44F3-217FC97BD951}"/>
                  </a:ext>
                </a:extLst>
              </p:cNvPr>
              <p:cNvSpPr txBox="1"/>
              <p:nvPr/>
            </p:nvSpPr>
            <p:spPr>
              <a:xfrm>
                <a:off x="4826684" y="3701451"/>
                <a:ext cx="892239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700">
                    <a:latin typeface="Arial" panose="020B0604020202020204" pitchFamily="34" charset="0"/>
                    <a:cs typeface="Arial" panose="020B0604020202020204" pitchFamily="34" charset="0"/>
                  </a:rPr>
                  <a:t>Map</a:t>
                </a:r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0FF6BB48-7C43-A6D3-18DD-DDFA52936911}"/>
                  </a:ext>
                </a:extLst>
              </p:cNvPr>
              <p:cNvGrpSpPr/>
              <p:nvPr/>
            </p:nvGrpSpPr>
            <p:grpSpPr>
              <a:xfrm>
                <a:off x="326473" y="2307481"/>
                <a:ext cx="8542566" cy="3161729"/>
                <a:chOff x="326473" y="2307481"/>
                <a:chExt cx="8542566" cy="3161729"/>
              </a:xfrm>
            </p:grpSpPr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31F006DA-67CC-04E0-BD2D-8BC809ED207E}"/>
                    </a:ext>
                  </a:extLst>
                </p:cNvPr>
                <p:cNvCxnSpPr>
                  <a:cxnSpLocks/>
                  <a:stCxn id="10" idx="3"/>
                  <a:endCxn id="16" idx="1"/>
                </p:cNvCxnSpPr>
                <p:nvPr/>
              </p:nvCxnSpPr>
              <p:spPr>
                <a:xfrm flipV="1">
                  <a:off x="4517475" y="2747547"/>
                  <a:ext cx="664806" cy="1"/>
                </a:xfrm>
                <a:prstGeom prst="straightConnector1">
                  <a:avLst/>
                </a:prstGeom>
                <a:ln>
                  <a:solidFill>
                    <a:srgbClr val="0070C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DC584B5E-647C-8706-B8F6-A2A045B5885E}"/>
                    </a:ext>
                  </a:extLst>
                </p:cNvPr>
                <p:cNvGrpSpPr/>
                <p:nvPr/>
              </p:nvGrpSpPr>
              <p:grpSpPr>
                <a:xfrm>
                  <a:off x="326473" y="2307481"/>
                  <a:ext cx="8542566" cy="3161729"/>
                  <a:chOff x="452144" y="2002680"/>
                  <a:chExt cx="8542566" cy="3161729"/>
                </a:xfrm>
              </p:grpSpPr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548A4786-7453-E521-6C82-4811DC94B383}"/>
                      </a:ext>
                    </a:extLst>
                  </p:cNvPr>
                  <p:cNvSpPr txBox="1"/>
                  <p:nvPr/>
                </p:nvSpPr>
                <p:spPr>
                  <a:xfrm>
                    <a:off x="2086363" y="2303687"/>
                    <a:ext cx="892239" cy="20005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IN" sz="7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Pickup &amp; Dropoff</a:t>
                    </a:r>
                  </a:p>
                </p:txBody>
              </p:sp>
              <p:sp>
                <p:nvSpPr>
                  <p:cNvPr id="9" name="Rectangle: Rounded Corners 8">
                    <a:extLst>
                      <a:ext uri="{FF2B5EF4-FFF2-40B4-BE49-F238E27FC236}">
                        <a16:creationId xmlns:a16="http://schemas.microsoft.com/office/drawing/2014/main" id="{0841D82B-3D1C-1C37-E437-1AFACE59AB3F}"/>
                      </a:ext>
                    </a:extLst>
                  </p:cNvPr>
                  <p:cNvSpPr/>
                  <p:nvPr/>
                </p:nvSpPr>
                <p:spPr>
                  <a:xfrm>
                    <a:off x="452144" y="2150359"/>
                    <a:ext cx="1614196" cy="584775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User Interface</a:t>
                    </a:r>
                  </a:p>
                </p:txBody>
              </p:sp>
              <p:sp>
                <p:nvSpPr>
                  <p:cNvPr id="10" name="Rectangle: Rounded Corners 9">
                    <a:extLst>
                      <a:ext uri="{FF2B5EF4-FFF2-40B4-BE49-F238E27FC236}">
                        <a16:creationId xmlns:a16="http://schemas.microsoft.com/office/drawing/2014/main" id="{5D1A8A9C-09DD-4E4D-1BFD-CC962E03CEF0}"/>
                      </a:ext>
                    </a:extLst>
                  </p:cNvPr>
                  <p:cNvSpPr/>
                  <p:nvPr/>
                </p:nvSpPr>
                <p:spPr>
                  <a:xfrm>
                    <a:off x="3028950" y="2150359"/>
                    <a:ext cx="1614196" cy="584775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Mission/Task Manager</a:t>
                    </a:r>
                  </a:p>
                </p:txBody>
              </p:sp>
              <p:cxnSp>
                <p:nvCxnSpPr>
                  <p:cNvPr id="12" name="Straight Arrow Connector 11">
                    <a:extLst>
                      <a:ext uri="{FF2B5EF4-FFF2-40B4-BE49-F238E27FC236}">
                        <a16:creationId xmlns:a16="http://schemas.microsoft.com/office/drawing/2014/main" id="{CD57ECC6-3154-5D22-A9C7-734B006BB5C8}"/>
                      </a:ext>
                    </a:extLst>
                  </p:cNvPr>
                  <p:cNvCxnSpPr>
                    <a:cxnSpLocks/>
                    <a:stCxn id="9" idx="3"/>
                    <a:endCxn id="10" idx="1"/>
                  </p:cNvCxnSpPr>
                  <p:nvPr/>
                </p:nvCxnSpPr>
                <p:spPr>
                  <a:xfrm>
                    <a:off x="2066340" y="2442747"/>
                    <a:ext cx="962610" cy="0"/>
                  </a:xfrm>
                  <a:prstGeom prst="straightConnector1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" name="Rectangle: Rounded Corners 15">
                    <a:extLst>
                      <a:ext uri="{FF2B5EF4-FFF2-40B4-BE49-F238E27FC236}">
                        <a16:creationId xmlns:a16="http://schemas.microsoft.com/office/drawing/2014/main" id="{E7BFA393-1E78-6761-855B-0859DF965576}"/>
                      </a:ext>
                    </a:extLst>
                  </p:cNvPr>
                  <p:cNvSpPr/>
                  <p:nvPr/>
                </p:nvSpPr>
                <p:spPr>
                  <a:xfrm>
                    <a:off x="5307952" y="2002680"/>
                    <a:ext cx="1614196" cy="880132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Mapping &amp; Localisation Module</a:t>
                    </a:r>
                  </a:p>
                </p:txBody>
              </p:sp>
              <p:sp>
                <p:nvSpPr>
                  <p:cNvPr id="25" name="Rectangle: Rounded Corners 24">
                    <a:extLst>
                      <a:ext uri="{FF2B5EF4-FFF2-40B4-BE49-F238E27FC236}">
                        <a16:creationId xmlns:a16="http://schemas.microsoft.com/office/drawing/2014/main" id="{8F069DCC-5451-720A-7971-1BA406E5D0EB}"/>
                      </a:ext>
                    </a:extLst>
                  </p:cNvPr>
                  <p:cNvSpPr/>
                  <p:nvPr/>
                </p:nvSpPr>
                <p:spPr>
                  <a:xfrm>
                    <a:off x="3028950" y="3268158"/>
                    <a:ext cx="1614196" cy="584775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Global Planner</a:t>
                    </a:r>
                  </a:p>
                </p:txBody>
              </p:sp>
              <p:cxnSp>
                <p:nvCxnSpPr>
                  <p:cNvPr id="26" name="Straight Arrow Connector 25">
                    <a:extLst>
                      <a:ext uri="{FF2B5EF4-FFF2-40B4-BE49-F238E27FC236}">
                        <a16:creationId xmlns:a16="http://schemas.microsoft.com/office/drawing/2014/main" id="{226BEA1E-1147-837D-C313-85D2DFD7F6C5}"/>
                      </a:ext>
                    </a:extLst>
                  </p:cNvPr>
                  <p:cNvCxnSpPr>
                    <a:cxnSpLocks/>
                    <a:stCxn id="10" idx="2"/>
                    <a:endCxn id="25" idx="0"/>
                  </p:cNvCxnSpPr>
                  <p:nvPr/>
                </p:nvCxnSpPr>
                <p:spPr>
                  <a:xfrm>
                    <a:off x="3836048" y="2735134"/>
                    <a:ext cx="0" cy="533024"/>
                  </a:xfrm>
                  <a:prstGeom prst="straightConnector1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Connector: Elbow 33">
                    <a:extLst>
                      <a:ext uri="{FF2B5EF4-FFF2-40B4-BE49-F238E27FC236}">
                        <a16:creationId xmlns:a16="http://schemas.microsoft.com/office/drawing/2014/main" id="{8750D932-9BF2-3BC4-2B7E-B9953123DC11}"/>
                      </a:ext>
                    </a:extLst>
                  </p:cNvPr>
                  <p:cNvCxnSpPr>
                    <a:stCxn id="16" idx="2"/>
                    <a:endCxn id="25" idx="3"/>
                  </p:cNvCxnSpPr>
                  <p:nvPr/>
                </p:nvCxnSpPr>
                <p:spPr>
                  <a:xfrm rot="5400000">
                    <a:off x="5040231" y="2485727"/>
                    <a:ext cx="677734" cy="1471904"/>
                  </a:xfrm>
                  <a:prstGeom prst="bentConnector2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6" name="Rectangle: Rounded Corners 35">
                    <a:extLst>
                      <a:ext uri="{FF2B5EF4-FFF2-40B4-BE49-F238E27FC236}">
                        <a16:creationId xmlns:a16="http://schemas.microsoft.com/office/drawing/2014/main" id="{A3AE7F45-4DCC-806C-9630-A6CC9B23193B}"/>
                      </a:ext>
                    </a:extLst>
                  </p:cNvPr>
                  <p:cNvSpPr/>
                  <p:nvPr/>
                </p:nvSpPr>
                <p:spPr>
                  <a:xfrm>
                    <a:off x="7380514" y="2150358"/>
                    <a:ext cx="1614196" cy="584775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Perception Module</a:t>
                    </a:r>
                  </a:p>
                </p:txBody>
              </p:sp>
              <p:cxnSp>
                <p:nvCxnSpPr>
                  <p:cNvPr id="38" name="Straight Arrow Connector 37">
                    <a:extLst>
                      <a:ext uri="{FF2B5EF4-FFF2-40B4-BE49-F238E27FC236}">
                        <a16:creationId xmlns:a16="http://schemas.microsoft.com/office/drawing/2014/main" id="{1BC7D8ED-AFC8-8C2F-394A-C14BF4A178B3}"/>
                      </a:ext>
                    </a:extLst>
                  </p:cNvPr>
                  <p:cNvCxnSpPr>
                    <a:stCxn id="36" idx="1"/>
                    <a:endCxn id="16" idx="3"/>
                  </p:cNvCxnSpPr>
                  <p:nvPr/>
                </p:nvCxnSpPr>
                <p:spPr>
                  <a:xfrm flipH="1">
                    <a:off x="6922148" y="2442746"/>
                    <a:ext cx="458366" cy="0"/>
                  </a:xfrm>
                  <a:prstGeom prst="straightConnector1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9" name="Rectangle: Rounded Corners 38">
                    <a:extLst>
                      <a:ext uri="{FF2B5EF4-FFF2-40B4-BE49-F238E27FC236}">
                        <a16:creationId xmlns:a16="http://schemas.microsoft.com/office/drawing/2014/main" id="{569E00DC-FEBC-D661-9A3A-46092260BFC9}"/>
                      </a:ext>
                    </a:extLst>
                  </p:cNvPr>
                  <p:cNvSpPr/>
                  <p:nvPr/>
                </p:nvSpPr>
                <p:spPr>
                  <a:xfrm>
                    <a:off x="7380514" y="3148621"/>
                    <a:ext cx="1614196" cy="823848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Obstacle Detection Module</a:t>
                    </a:r>
                  </a:p>
                </p:txBody>
              </p:sp>
              <p:cxnSp>
                <p:nvCxnSpPr>
                  <p:cNvPr id="40" name="Straight Arrow Connector 39">
                    <a:extLst>
                      <a:ext uri="{FF2B5EF4-FFF2-40B4-BE49-F238E27FC236}">
                        <a16:creationId xmlns:a16="http://schemas.microsoft.com/office/drawing/2014/main" id="{3B41B858-9C2B-6443-5380-DF1C612799A4}"/>
                      </a:ext>
                    </a:extLst>
                  </p:cNvPr>
                  <p:cNvCxnSpPr>
                    <a:cxnSpLocks/>
                    <a:stCxn id="36" idx="2"/>
                    <a:endCxn id="39" idx="0"/>
                  </p:cNvCxnSpPr>
                  <p:nvPr/>
                </p:nvCxnSpPr>
                <p:spPr>
                  <a:xfrm>
                    <a:off x="8187612" y="2735133"/>
                    <a:ext cx="0" cy="413488"/>
                  </a:xfrm>
                  <a:prstGeom prst="straightConnector1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Rectangle: Rounded Corners 42">
                    <a:extLst>
                      <a:ext uri="{FF2B5EF4-FFF2-40B4-BE49-F238E27FC236}">
                        <a16:creationId xmlns:a16="http://schemas.microsoft.com/office/drawing/2014/main" id="{8A6FE273-BB5B-A1EF-D568-7B7F0DAB0D4F}"/>
                      </a:ext>
                    </a:extLst>
                  </p:cNvPr>
                  <p:cNvSpPr/>
                  <p:nvPr/>
                </p:nvSpPr>
                <p:spPr>
                  <a:xfrm>
                    <a:off x="7380514" y="4579634"/>
                    <a:ext cx="1614196" cy="584775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Local Planner</a:t>
                    </a:r>
                  </a:p>
                </p:txBody>
              </p:sp>
              <p:sp>
                <p:nvSpPr>
                  <p:cNvPr id="44" name="Rectangle: Rounded Corners 43">
                    <a:extLst>
                      <a:ext uri="{FF2B5EF4-FFF2-40B4-BE49-F238E27FC236}">
                        <a16:creationId xmlns:a16="http://schemas.microsoft.com/office/drawing/2014/main" id="{18B9CD76-E0C0-D86A-A2B3-3D71051826B7}"/>
                      </a:ext>
                    </a:extLst>
                  </p:cNvPr>
                  <p:cNvSpPr/>
                  <p:nvPr/>
                </p:nvSpPr>
                <p:spPr>
                  <a:xfrm>
                    <a:off x="4900550" y="4579633"/>
                    <a:ext cx="1614196" cy="584775"/>
                  </a:xfrm>
                  <a:prstGeom prst="roundRect">
                    <a:avLst/>
                  </a:prstGeom>
                  <a:solidFill>
                    <a:srgbClr val="00206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IN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Control Module</a:t>
                    </a:r>
                  </a:p>
                </p:txBody>
              </p:sp>
              <p:cxnSp>
                <p:nvCxnSpPr>
                  <p:cNvPr id="45" name="Connector: Elbow 44">
                    <a:extLst>
                      <a:ext uri="{FF2B5EF4-FFF2-40B4-BE49-F238E27FC236}">
                        <a16:creationId xmlns:a16="http://schemas.microsoft.com/office/drawing/2014/main" id="{6CB0D059-D543-8466-DE5C-52B428AC7DE9}"/>
                      </a:ext>
                    </a:extLst>
                  </p:cNvPr>
                  <p:cNvCxnSpPr>
                    <a:cxnSpLocks/>
                    <a:stCxn id="25" idx="2"/>
                    <a:endCxn id="44" idx="1"/>
                  </p:cNvCxnSpPr>
                  <p:nvPr/>
                </p:nvCxnSpPr>
                <p:spPr>
                  <a:xfrm rot="16200000" flipH="1">
                    <a:off x="3858755" y="3830226"/>
                    <a:ext cx="1019088" cy="1064502"/>
                  </a:xfrm>
                  <a:prstGeom prst="bentConnector2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C15739DA-4B43-3ED3-042B-37BD6A5A7C4D}"/>
                      </a:ext>
                    </a:extLst>
                  </p:cNvPr>
                  <p:cNvCxnSpPr>
                    <a:cxnSpLocks/>
                    <a:stCxn id="39" idx="2"/>
                    <a:endCxn id="43" idx="0"/>
                  </p:cNvCxnSpPr>
                  <p:nvPr/>
                </p:nvCxnSpPr>
                <p:spPr>
                  <a:xfrm>
                    <a:off x="8187612" y="3972469"/>
                    <a:ext cx="0" cy="607165"/>
                  </a:xfrm>
                  <a:prstGeom prst="straightConnector1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Arrow Connector 50">
                    <a:extLst>
                      <a:ext uri="{FF2B5EF4-FFF2-40B4-BE49-F238E27FC236}">
                        <a16:creationId xmlns:a16="http://schemas.microsoft.com/office/drawing/2014/main" id="{BB116101-6467-1FB1-3453-06837DD30144}"/>
                      </a:ext>
                    </a:extLst>
                  </p:cNvPr>
                  <p:cNvCxnSpPr>
                    <a:cxnSpLocks/>
                    <a:stCxn id="43" idx="1"/>
                    <a:endCxn id="44" idx="3"/>
                  </p:cNvCxnSpPr>
                  <p:nvPr/>
                </p:nvCxnSpPr>
                <p:spPr>
                  <a:xfrm flipH="1" flipV="1">
                    <a:off x="6514746" y="4872021"/>
                    <a:ext cx="865768" cy="1"/>
                  </a:xfrm>
                  <a:prstGeom prst="straightConnector1">
                    <a:avLst/>
                  </a:prstGeom>
                  <a:ln>
                    <a:solidFill>
                      <a:srgbClr val="0070C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57617825-772F-F011-3489-21E88D4E9D12}"/>
                </a:ext>
              </a:extLst>
            </p:cNvPr>
            <p:cNvSpPr/>
            <p:nvPr/>
          </p:nvSpPr>
          <p:spPr>
            <a:xfrm>
              <a:off x="2797624" y="1054125"/>
              <a:ext cx="1614196" cy="936533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>
                  <a:latin typeface="Arial" panose="020B0604020202020204" pitchFamily="34" charset="0"/>
                  <a:cs typeface="Arial" panose="020B0604020202020204" pitchFamily="34" charset="0"/>
                </a:rPr>
                <a:t>Charge Monitoring and Docking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5A664E9-70AD-BB8F-8179-A3F079E0D8DB}"/>
                </a:ext>
              </a:extLst>
            </p:cNvPr>
            <p:cNvCxnSpPr>
              <a:cxnSpLocks/>
              <a:stCxn id="3" idx="2"/>
              <a:endCxn id="10" idx="0"/>
            </p:cNvCxnSpPr>
            <p:nvPr/>
          </p:nvCxnSpPr>
          <p:spPr>
            <a:xfrm>
              <a:off x="3604722" y="1990658"/>
              <a:ext cx="0" cy="584773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00876A-9398-ED41-6536-5F6EF15C8A57}"/>
              </a:ext>
            </a:extLst>
          </p:cNvPr>
          <p:cNvSpPr/>
          <p:nvPr/>
        </p:nvSpPr>
        <p:spPr>
          <a:xfrm>
            <a:off x="767877" y="4916190"/>
            <a:ext cx="1614196" cy="93088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Alerts &amp; Notification System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A1B5AF8-9CE3-F186-73EC-0D7548D4D53A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 rot="5400000">
            <a:off x="2072829" y="3342864"/>
            <a:ext cx="1075472" cy="2071180"/>
          </a:xfrm>
          <a:prstGeom prst="bentConnector3">
            <a:avLst>
              <a:gd name="adj1" fmla="val 23487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C326432-22C2-3D1B-9165-63A67C039B20}"/>
              </a:ext>
            </a:extLst>
          </p:cNvPr>
          <p:cNvCxnSpPr>
            <a:cxnSpLocks/>
            <a:stCxn id="39" idx="1"/>
            <a:endCxn id="6" idx="3"/>
          </p:cNvCxnSpPr>
          <p:nvPr/>
        </p:nvCxnSpPr>
        <p:spPr>
          <a:xfrm rot="10800000" flipV="1">
            <a:off x="2382073" y="4666129"/>
            <a:ext cx="4808548" cy="715506"/>
          </a:xfrm>
          <a:prstGeom prst="bentConnector3">
            <a:avLst>
              <a:gd name="adj1" fmla="val 20556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B4D4300-6EB4-0982-38E1-79DE358D8343}"/>
              </a:ext>
            </a:extLst>
          </p:cNvPr>
          <p:cNvSpPr txBox="1"/>
          <p:nvPr/>
        </p:nvSpPr>
        <p:spPr>
          <a:xfrm>
            <a:off x="3926124" y="5209722"/>
            <a:ext cx="13530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/>
              <a:t>Dynamic Obstacle in 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C7F33D-D332-F6B0-12A8-D6A3A7EB619C}"/>
              </a:ext>
            </a:extLst>
          </p:cNvPr>
          <p:cNvSpPr txBox="1"/>
          <p:nvPr/>
        </p:nvSpPr>
        <p:spPr>
          <a:xfrm>
            <a:off x="1860210" y="4057297"/>
            <a:ext cx="135306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/>
              <a:t>Arrival for Pickup or Dropoff</a:t>
            </a:r>
          </a:p>
        </p:txBody>
      </p:sp>
    </p:spTree>
    <p:extLst>
      <p:ext uri="{BB962C8B-B14F-4D97-AF65-F5344CB8AC3E}">
        <p14:creationId xmlns:p14="http://schemas.microsoft.com/office/powerpoint/2010/main" val="1182030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E7489-C5FC-597D-A471-0A75B825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CEE48-E5F0-AF37-307E-3BE10A51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8F5C-EA58-4B19-8DAD-638845D8F13F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11/11/2025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FE73AA5-F66E-B2B2-0E8D-DE0CC2058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57054DD-4A89-29A8-A96F-128A541D3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5D2C5-86F2-CC5E-7E36-A23A0F52A195}"/>
              </a:ext>
            </a:extLst>
          </p:cNvPr>
          <p:cNvSpPr txBox="1"/>
          <p:nvPr/>
        </p:nvSpPr>
        <p:spPr>
          <a:xfrm>
            <a:off x="343678" y="1001097"/>
            <a:ext cx="8574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Hardware Block Diagram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6A847E7-C68B-7823-6357-7AEAB0BA1C7B}"/>
              </a:ext>
            </a:extLst>
          </p:cNvPr>
          <p:cNvGrpSpPr/>
          <p:nvPr/>
        </p:nvGrpSpPr>
        <p:grpSpPr>
          <a:xfrm>
            <a:off x="7350653" y="1812480"/>
            <a:ext cx="1666874" cy="4258000"/>
            <a:chOff x="7343191" y="1984381"/>
            <a:chExt cx="1666874" cy="42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6AA063F-F75F-F217-FE4F-C6423C9FE602}"/>
                </a:ext>
              </a:extLst>
            </p:cNvPr>
            <p:cNvSpPr/>
            <p:nvPr/>
          </p:nvSpPr>
          <p:spPr>
            <a:xfrm>
              <a:off x="7343191" y="1984381"/>
              <a:ext cx="1666874" cy="36512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USB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D95CC3-56A3-6825-895A-DAD8F47CD565}"/>
                </a:ext>
              </a:extLst>
            </p:cNvPr>
            <p:cNvSpPr/>
            <p:nvPr/>
          </p:nvSpPr>
          <p:spPr>
            <a:xfrm>
              <a:off x="7343191" y="2410799"/>
              <a:ext cx="1666872" cy="365125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UART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2623AC1-DE26-61F9-788F-F9E4BD23BF43}"/>
                </a:ext>
              </a:extLst>
            </p:cNvPr>
            <p:cNvSpPr/>
            <p:nvPr/>
          </p:nvSpPr>
          <p:spPr>
            <a:xfrm>
              <a:off x="7343193" y="2845689"/>
              <a:ext cx="1666870" cy="3651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Digital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B356289-4550-729D-B0B2-5B0FE3BFA7C4}"/>
                </a:ext>
              </a:extLst>
            </p:cNvPr>
            <p:cNvSpPr/>
            <p:nvPr/>
          </p:nvSpPr>
          <p:spPr>
            <a:xfrm>
              <a:off x="7343194" y="3280579"/>
              <a:ext cx="1666869" cy="365125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PWM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A8D8E88-1DD4-2A97-A379-7BD551AAC163}"/>
                </a:ext>
              </a:extLst>
            </p:cNvPr>
            <p:cNvSpPr/>
            <p:nvPr/>
          </p:nvSpPr>
          <p:spPr>
            <a:xfrm>
              <a:off x="7343199" y="3707029"/>
              <a:ext cx="1666866" cy="3651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Analog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A299E98-4127-FB5F-6FED-FEA27F3B235F}"/>
                </a:ext>
              </a:extLst>
            </p:cNvPr>
            <p:cNvSpPr/>
            <p:nvPr/>
          </p:nvSpPr>
          <p:spPr>
            <a:xfrm>
              <a:off x="7343199" y="4136035"/>
              <a:ext cx="1666866" cy="3651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Mechanical Coupling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E642E4D-3998-3DE6-4EC4-768F2ECF5D28}"/>
                </a:ext>
              </a:extLst>
            </p:cNvPr>
            <p:cNvSpPr/>
            <p:nvPr/>
          </p:nvSpPr>
          <p:spPr>
            <a:xfrm>
              <a:off x="7343198" y="4568561"/>
              <a:ext cx="1666866" cy="365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Sensor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57A478B-015C-BD35-79CD-1F56EEC115A0}"/>
                </a:ext>
              </a:extLst>
            </p:cNvPr>
            <p:cNvSpPr/>
            <p:nvPr/>
          </p:nvSpPr>
          <p:spPr>
            <a:xfrm>
              <a:off x="7343193" y="5000051"/>
              <a:ext cx="1666866" cy="365125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Power System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1F18622-D1E9-2E1E-1F64-7C7DF9B3DC4E}"/>
                </a:ext>
              </a:extLst>
            </p:cNvPr>
            <p:cNvSpPr/>
            <p:nvPr/>
          </p:nvSpPr>
          <p:spPr>
            <a:xfrm>
              <a:off x="7343193" y="5438526"/>
              <a:ext cx="1666866" cy="36512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Actuation System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CC6F502-1EBC-4E92-C891-C7248E906113}"/>
                </a:ext>
              </a:extLst>
            </p:cNvPr>
            <p:cNvSpPr/>
            <p:nvPr/>
          </p:nvSpPr>
          <p:spPr>
            <a:xfrm>
              <a:off x="7343193" y="5877256"/>
              <a:ext cx="1666866" cy="3651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200">
                  <a:latin typeface="Arial" panose="020B0604020202020204" pitchFamily="34" charset="0"/>
                  <a:cs typeface="Arial" panose="020B0604020202020204" pitchFamily="34" charset="0"/>
                </a:rPr>
                <a:t>Communication System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CE6961E-9561-967F-E95B-1C0FC92A03D7}"/>
              </a:ext>
            </a:extLst>
          </p:cNvPr>
          <p:cNvGrpSpPr/>
          <p:nvPr/>
        </p:nvGrpSpPr>
        <p:grpSpPr>
          <a:xfrm>
            <a:off x="5997449" y="1926687"/>
            <a:ext cx="921001" cy="473204"/>
            <a:chOff x="5616096" y="2196153"/>
            <a:chExt cx="921001" cy="473204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54CEA3D-8C30-B26E-4299-9FCA579D97D8}"/>
                </a:ext>
              </a:extLst>
            </p:cNvPr>
            <p:cNvGrpSpPr/>
            <p:nvPr/>
          </p:nvGrpSpPr>
          <p:grpSpPr>
            <a:xfrm>
              <a:off x="5617503" y="2196153"/>
              <a:ext cx="919594" cy="261610"/>
              <a:chOff x="5960533" y="2287564"/>
              <a:chExt cx="919594" cy="261610"/>
            </a:xfrm>
          </p:grpSpPr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70DA3793-DDA5-E2E3-1C83-3B5F8774C6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0533" y="2421460"/>
                <a:ext cx="497417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7D459A36-A3D8-55CF-0EC5-AA01F8B069D7}"/>
                  </a:ext>
                </a:extLst>
              </p:cNvPr>
              <p:cNvSpPr txBox="1"/>
              <p:nvPr/>
            </p:nvSpPr>
            <p:spPr>
              <a:xfrm>
                <a:off x="6382710" y="2287564"/>
                <a:ext cx="49741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5V</a:t>
                </a:r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30B71108-C44F-F111-92C7-4F458129B248}"/>
                </a:ext>
              </a:extLst>
            </p:cNvPr>
            <p:cNvGrpSpPr/>
            <p:nvPr/>
          </p:nvGrpSpPr>
          <p:grpSpPr>
            <a:xfrm>
              <a:off x="5616096" y="2407747"/>
              <a:ext cx="919594" cy="261610"/>
              <a:chOff x="5960533" y="2287564"/>
              <a:chExt cx="919594" cy="261610"/>
            </a:xfrm>
          </p:grpSpPr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ABD5C901-5399-5C1E-27AA-1FF799A6FB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0533" y="2421460"/>
                <a:ext cx="497417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prstDash val="lg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5005268A-DE6A-773D-C4FE-59054554EC31}"/>
                  </a:ext>
                </a:extLst>
              </p:cNvPr>
              <p:cNvSpPr txBox="1"/>
              <p:nvPr/>
            </p:nvSpPr>
            <p:spPr>
              <a:xfrm>
                <a:off x="6382710" y="2287564"/>
                <a:ext cx="49741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12V</a:t>
                </a:r>
              </a:p>
            </p:txBody>
          </p:sp>
        </p:grp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D6160518-3104-685A-AF94-B3714B38C8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8941" t="14460" r="18825" b="13375"/>
          <a:stretch>
            <a:fillRect/>
          </a:stretch>
        </p:blipFill>
        <p:spPr>
          <a:xfrm flipH="1">
            <a:off x="4528049" y="2837303"/>
            <a:ext cx="588997" cy="411412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F3564E4-2C70-1BBC-7722-D2004AB0D682}"/>
              </a:ext>
            </a:extLst>
          </p:cNvPr>
          <p:cNvCxnSpPr>
            <a:cxnSpLocks/>
            <a:stCxn id="18" idx="0"/>
            <a:endCxn id="14" idx="2"/>
          </p:cNvCxnSpPr>
          <p:nvPr/>
        </p:nvCxnSpPr>
        <p:spPr>
          <a:xfrm flipV="1">
            <a:off x="3686608" y="3281901"/>
            <a:ext cx="0" cy="235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0AC0CC0-13C8-DA49-42CA-D4DBEC2E2D02}"/>
              </a:ext>
            </a:extLst>
          </p:cNvPr>
          <p:cNvGrpSpPr/>
          <p:nvPr/>
        </p:nvGrpSpPr>
        <p:grpSpPr>
          <a:xfrm>
            <a:off x="246246" y="1595087"/>
            <a:ext cx="6774642" cy="4557043"/>
            <a:chOff x="246246" y="1595087"/>
            <a:chExt cx="6774642" cy="4557043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30AD40F-DC17-88E3-1D0C-47C89F75A14F}"/>
                </a:ext>
              </a:extLst>
            </p:cNvPr>
            <p:cNvCxnSpPr>
              <a:cxnSpLocks/>
              <a:stCxn id="15" idx="1"/>
              <a:endCxn id="18" idx="3"/>
            </p:cNvCxnSpPr>
            <p:nvPr/>
          </p:nvCxnSpPr>
          <p:spPr>
            <a:xfrm flipH="1" flipV="1">
              <a:off x="4520044" y="3764673"/>
              <a:ext cx="610676" cy="13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43FA2768-A3A4-2D2F-75A2-F140A74151CD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3682497" y="2476103"/>
              <a:ext cx="0" cy="322965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3189EF7-7604-BD0A-6F28-C4CFF73C8239}"/>
                </a:ext>
              </a:extLst>
            </p:cNvPr>
            <p:cNvSpPr/>
            <p:nvPr/>
          </p:nvSpPr>
          <p:spPr>
            <a:xfrm>
              <a:off x="2853171" y="3517747"/>
              <a:ext cx="1666873" cy="4938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Motor Encoders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D3850B2-55FC-2522-48CE-0779201926F6}"/>
                </a:ext>
              </a:extLst>
            </p:cNvPr>
            <p:cNvSpPr/>
            <p:nvPr/>
          </p:nvSpPr>
          <p:spPr>
            <a:xfrm>
              <a:off x="2849060" y="1982252"/>
              <a:ext cx="1666873" cy="493851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Wi-Fi Module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7B406CF-A4FC-647C-0B1E-3D9779893711}"/>
                </a:ext>
              </a:extLst>
            </p:cNvPr>
            <p:cNvSpPr txBox="1"/>
            <p:nvPr/>
          </p:nvSpPr>
          <p:spPr>
            <a:xfrm>
              <a:off x="4515933" y="2833834"/>
              <a:ext cx="54516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00">
                  <a:latin typeface="Arial" panose="020B0604020202020204" pitchFamily="34" charset="0"/>
                  <a:cs typeface="Arial" panose="020B0604020202020204" pitchFamily="34" charset="0"/>
                </a:rPr>
                <a:t>Direction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496AC54-7946-18CE-EF75-B17F1B9ABC35}"/>
                </a:ext>
              </a:extLst>
            </p:cNvPr>
            <p:cNvSpPr txBox="1"/>
            <p:nvPr/>
          </p:nvSpPr>
          <p:spPr>
            <a:xfrm>
              <a:off x="4545844" y="3044040"/>
              <a:ext cx="4873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00">
                  <a:latin typeface="Arial" panose="020B0604020202020204" pitchFamily="34" charset="0"/>
                  <a:cs typeface="Arial" panose="020B0604020202020204" pitchFamily="34" charset="0"/>
                </a:rPr>
                <a:t>Speed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B253D85-2EDB-D3D7-CEC5-20EDFAF20651}"/>
                </a:ext>
              </a:extLst>
            </p:cNvPr>
            <p:cNvSpPr/>
            <p:nvPr/>
          </p:nvSpPr>
          <p:spPr>
            <a:xfrm>
              <a:off x="5130720" y="3519070"/>
              <a:ext cx="1666873" cy="493851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Motor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F129BB8-B8C7-8B69-E132-DDB8FF93A4DE}"/>
                </a:ext>
              </a:extLst>
            </p:cNvPr>
            <p:cNvSpPr/>
            <p:nvPr/>
          </p:nvSpPr>
          <p:spPr>
            <a:xfrm>
              <a:off x="5121302" y="2786759"/>
              <a:ext cx="1666873" cy="493852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Motor Driver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7882375-83CB-3753-25A3-1F8E8E6463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0044" y="2978266"/>
              <a:ext cx="601258" cy="1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0CB338A-58A1-5FB0-3711-259285D16B9C}"/>
                </a:ext>
              </a:extLst>
            </p:cNvPr>
            <p:cNvCxnSpPr>
              <a:cxnSpLocks/>
              <a:stCxn id="17" idx="2"/>
              <a:endCxn id="15" idx="0"/>
            </p:cNvCxnSpPr>
            <p:nvPr/>
          </p:nvCxnSpPr>
          <p:spPr>
            <a:xfrm>
              <a:off x="5954739" y="3280611"/>
              <a:ext cx="9418" cy="238459"/>
            </a:xfrm>
            <a:prstGeom prst="straightConnector1">
              <a:avLst/>
            </a:prstGeom>
            <a:ln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2276A8-88D2-96F4-1CE3-BBE66CA3B3D3}"/>
                </a:ext>
              </a:extLst>
            </p:cNvPr>
            <p:cNvSpPr txBox="1"/>
            <p:nvPr/>
          </p:nvSpPr>
          <p:spPr>
            <a:xfrm>
              <a:off x="1897676" y="3043845"/>
              <a:ext cx="97777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00">
                  <a:latin typeface="Arial" panose="020B0604020202020204" pitchFamily="34" charset="0"/>
                  <a:cs typeface="Arial" panose="020B0604020202020204" pitchFamily="34" charset="0"/>
                </a:rPr>
                <a:t>Proximity Detection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6E53A56-A174-9480-C691-BC3DF113881F}"/>
                </a:ext>
              </a:extLst>
            </p:cNvPr>
            <p:cNvSpPr/>
            <p:nvPr/>
          </p:nvSpPr>
          <p:spPr>
            <a:xfrm>
              <a:off x="249649" y="2232473"/>
              <a:ext cx="1666873" cy="4938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ZED Mini Stereo Camera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3C01A49-A970-2860-4428-D73D44A0B815}"/>
                </a:ext>
              </a:extLst>
            </p:cNvPr>
            <p:cNvSpPr/>
            <p:nvPr/>
          </p:nvSpPr>
          <p:spPr>
            <a:xfrm>
              <a:off x="261420" y="2929054"/>
              <a:ext cx="1666873" cy="4938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LIDAR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A02C618-B664-69DE-A9AC-06BA15939F31}"/>
                </a:ext>
              </a:extLst>
            </p:cNvPr>
            <p:cNvSpPr/>
            <p:nvPr/>
          </p:nvSpPr>
          <p:spPr>
            <a:xfrm>
              <a:off x="257609" y="3709975"/>
              <a:ext cx="1666873" cy="4938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Ultrasonic Sensor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A8C1045-BEC0-BFAA-90C8-2982F17F5F5C}"/>
                </a:ext>
              </a:extLst>
            </p:cNvPr>
            <p:cNvSpPr/>
            <p:nvPr/>
          </p:nvSpPr>
          <p:spPr>
            <a:xfrm>
              <a:off x="2853171" y="2788050"/>
              <a:ext cx="1666873" cy="493851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Jetson Nano</a:t>
              </a:r>
            </a:p>
          </p:txBody>
        </p: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C98CC7F6-9A1C-3839-99BE-666D8F4B235B}"/>
                </a:ext>
              </a:extLst>
            </p:cNvPr>
            <p:cNvCxnSpPr>
              <a:cxnSpLocks/>
              <a:stCxn id="3" idx="3"/>
            </p:cNvCxnSpPr>
            <p:nvPr/>
          </p:nvCxnSpPr>
          <p:spPr>
            <a:xfrm>
              <a:off x="1916522" y="2479399"/>
              <a:ext cx="936649" cy="516391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AFB06DC1-0DDC-18B5-07FF-D9E4722BE665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V="1">
              <a:off x="1924482" y="3208319"/>
              <a:ext cx="937336" cy="748582"/>
            </a:xfrm>
            <a:prstGeom prst="bentConnector3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A3A9A3D-CEA4-5EC9-851E-4E6EB3D45384}"/>
                </a:ext>
              </a:extLst>
            </p:cNvPr>
            <p:cNvSpPr txBox="1"/>
            <p:nvPr/>
          </p:nvSpPr>
          <p:spPr>
            <a:xfrm rot="16200000">
              <a:off x="1898435" y="3497361"/>
              <a:ext cx="892239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00">
                  <a:latin typeface="Arial" panose="020B0604020202020204" pitchFamily="34" charset="0"/>
                  <a:cs typeface="Arial" panose="020B0604020202020204" pitchFamily="34" charset="0"/>
                </a:rPr>
                <a:t>Cliff Detection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A890FED-9BEC-6413-07ED-149D65ADA0A0}"/>
                </a:ext>
              </a:extLst>
            </p:cNvPr>
            <p:cNvSpPr txBox="1"/>
            <p:nvPr/>
          </p:nvSpPr>
          <p:spPr>
            <a:xfrm>
              <a:off x="1688839" y="2434716"/>
              <a:ext cx="8922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00">
                  <a:latin typeface="Arial" panose="020B0604020202020204" pitchFamily="34" charset="0"/>
                  <a:cs typeface="Arial" panose="020B0604020202020204" pitchFamily="34" charset="0"/>
                </a:rPr>
                <a:t>Primary Perception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104CA09-2246-5FA8-08C2-5BB5E2A765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0044" y="3092568"/>
              <a:ext cx="601258" cy="1291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FECF7EFB-0536-5810-D61F-8F5EFB6CE54E}"/>
                </a:ext>
              </a:extLst>
            </p:cNvPr>
            <p:cNvGrpSpPr/>
            <p:nvPr/>
          </p:nvGrpSpPr>
          <p:grpSpPr>
            <a:xfrm>
              <a:off x="1481323" y="5156854"/>
              <a:ext cx="5539565" cy="995276"/>
              <a:chOff x="918385" y="5280592"/>
              <a:chExt cx="5539565" cy="995276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13F2A59B-C41B-8747-3DF6-6C876D385D3B}"/>
                  </a:ext>
                </a:extLst>
              </p:cNvPr>
              <p:cNvSpPr/>
              <p:nvPr/>
            </p:nvSpPr>
            <p:spPr>
              <a:xfrm>
                <a:off x="918385" y="5771178"/>
                <a:ext cx="1666873" cy="493851"/>
              </a:xfrm>
              <a:prstGeom prst="round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Charging Module</a:t>
                </a: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4BCA1CDD-F3F7-EBA5-D539-BED5F0BFBDFE}"/>
                  </a:ext>
                </a:extLst>
              </p:cNvPr>
              <p:cNvSpPr/>
              <p:nvPr/>
            </p:nvSpPr>
            <p:spPr>
              <a:xfrm>
                <a:off x="4791077" y="5782017"/>
                <a:ext cx="1666873" cy="493851"/>
              </a:xfrm>
              <a:prstGeom prst="round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Battery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70C60728-D620-4C9A-7C01-87FFCF5F6C6B}"/>
                  </a:ext>
                </a:extLst>
              </p:cNvPr>
              <p:cNvSpPr/>
              <p:nvPr/>
            </p:nvSpPr>
            <p:spPr>
              <a:xfrm>
                <a:off x="2799193" y="5280592"/>
                <a:ext cx="1874671" cy="493851"/>
              </a:xfrm>
              <a:prstGeom prst="round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>
                    <a:latin typeface="Arial" panose="020B0604020202020204" pitchFamily="34" charset="0"/>
                    <a:cs typeface="Arial" panose="020B0604020202020204" pitchFamily="34" charset="0"/>
                  </a:rPr>
                  <a:t>Power Distribution Board</a:t>
                </a:r>
              </a:p>
            </p:txBody>
          </p: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6D1FA2FD-3F43-679F-EC57-6260D440F88B}"/>
                  </a:ext>
                </a:extLst>
              </p:cNvPr>
              <p:cNvCxnSpPr>
                <a:stCxn id="20" idx="3"/>
                <a:endCxn id="22" idx="1"/>
              </p:cNvCxnSpPr>
              <p:nvPr/>
            </p:nvCxnSpPr>
            <p:spPr>
              <a:xfrm>
                <a:off x="2585258" y="6018104"/>
                <a:ext cx="2205819" cy="10839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ABBE626-9E62-BFFB-C6EC-4CC3EEC9682E}"/>
                  </a:ext>
                </a:extLst>
              </p:cNvPr>
              <p:cNvSpPr txBox="1"/>
              <p:nvPr/>
            </p:nvSpPr>
            <p:spPr>
              <a:xfrm>
                <a:off x="3199279" y="5870425"/>
                <a:ext cx="977777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700">
                    <a:latin typeface="Arial" panose="020B0604020202020204" pitchFamily="34" charset="0"/>
                    <a:cs typeface="Arial" panose="020B0604020202020204" pitchFamily="34" charset="0"/>
                  </a:rPr>
                  <a:t>Charging</a:t>
                </a:r>
              </a:p>
            </p:txBody>
          </p: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5052F9AD-F6D4-755D-EF49-F5265CE1D80D}"/>
                  </a:ext>
                </a:extLst>
              </p:cNvPr>
              <p:cNvGrpSpPr/>
              <p:nvPr/>
            </p:nvGrpSpPr>
            <p:grpSpPr>
              <a:xfrm>
                <a:off x="4673865" y="5370492"/>
                <a:ext cx="1094989" cy="420856"/>
                <a:chOff x="4673865" y="5211867"/>
                <a:chExt cx="1094989" cy="420856"/>
              </a:xfrm>
            </p:grpSpPr>
            <p:cxnSp>
              <p:nvCxnSpPr>
                <p:cNvPr id="97" name="Connector: Elbow 96">
                  <a:extLst>
                    <a:ext uri="{FF2B5EF4-FFF2-40B4-BE49-F238E27FC236}">
                      <a16:creationId xmlns:a16="http://schemas.microsoft.com/office/drawing/2014/main" id="{342B5881-D78B-6250-D3FE-DF30E324B221}"/>
                    </a:ext>
                  </a:extLst>
                </p:cNvPr>
                <p:cNvCxnSpPr>
                  <a:cxnSpLocks/>
                  <a:stCxn id="22" idx="0"/>
                  <a:endCxn id="37" idx="3"/>
                </p:cNvCxnSpPr>
                <p:nvPr/>
              </p:nvCxnSpPr>
              <p:spPr>
                <a:xfrm rot="16200000" flipV="1">
                  <a:off x="5021940" y="5030149"/>
                  <a:ext cx="254499" cy="950650"/>
                </a:xfrm>
                <a:prstGeom prst="bentConnector2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78934ECA-9E38-F2D7-3415-4943C262B9EA}"/>
                    </a:ext>
                  </a:extLst>
                </p:cNvPr>
                <p:cNvSpPr txBox="1"/>
                <p:nvPr/>
              </p:nvSpPr>
              <p:spPr>
                <a:xfrm>
                  <a:off x="4791077" y="5211867"/>
                  <a:ext cx="977777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700">
                      <a:latin typeface="Arial" panose="020B0604020202020204" pitchFamily="34" charset="0"/>
                      <a:cs typeface="Arial" panose="020B0604020202020204" pitchFamily="34" charset="0"/>
                    </a:rPr>
                    <a:t>Discharge State</a:t>
                  </a:r>
                </a:p>
              </p:txBody>
            </p:sp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FA2AEE1B-DE41-5F9A-E12F-14DDE7DE23E0}"/>
                  </a:ext>
                </a:extLst>
              </p:cNvPr>
              <p:cNvGrpSpPr/>
              <p:nvPr/>
            </p:nvGrpSpPr>
            <p:grpSpPr>
              <a:xfrm>
                <a:off x="1751821" y="5376623"/>
                <a:ext cx="1047371" cy="403887"/>
                <a:chOff x="1751821" y="5217998"/>
                <a:chExt cx="1047371" cy="403887"/>
              </a:xfrm>
            </p:grpSpPr>
            <p:cxnSp>
              <p:nvCxnSpPr>
                <p:cNvPr id="104" name="Connector: Elbow 103">
                  <a:extLst>
                    <a:ext uri="{FF2B5EF4-FFF2-40B4-BE49-F238E27FC236}">
                      <a16:creationId xmlns:a16="http://schemas.microsoft.com/office/drawing/2014/main" id="{F559D44F-6DD9-E944-1110-B7DF84C7D318}"/>
                    </a:ext>
                  </a:extLst>
                </p:cNvPr>
                <p:cNvCxnSpPr>
                  <a:cxnSpLocks/>
                  <a:stCxn id="20" idx="0"/>
                  <a:endCxn id="37" idx="1"/>
                </p:cNvCxnSpPr>
                <p:nvPr/>
              </p:nvCxnSpPr>
              <p:spPr>
                <a:xfrm rot="5400000" flipH="1" flipV="1">
                  <a:off x="2153677" y="4976369"/>
                  <a:ext cx="243660" cy="1047371"/>
                </a:xfrm>
                <a:prstGeom prst="bentConnector2">
                  <a:avLst/>
                </a:prstGeom>
                <a:ln>
                  <a:solidFill>
                    <a:schemeClr val="bg2">
                      <a:lumMod val="50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B0A9495C-9CC1-DBD3-FAA7-B9FB051DAA86}"/>
                    </a:ext>
                  </a:extLst>
                </p:cNvPr>
                <p:cNvSpPr txBox="1"/>
                <p:nvPr/>
              </p:nvSpPr>
              <p:spPr>
                <a:xfrm>
                  <a:off x="1754396" y="5217998"/>
                  <a:ext cx="977777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700">
                      <a:latin typeface="Arial" panose="020B0604020202020204" pitchFamily="34" charset="0"/>
                      <a:cs typeface="Arial" panose="020B0604020202020204" pitchFamily="34" charset="0"/>
                    </a:rPr>
                    <a:t>Charge State</a:t>
                  </a:r>
                </a:p>
              </p:txBody>
            </p:sp>
          </p:grpSp>
        </p:grpSp>
        <p:cxnSp>
          <p:nvCxnSpPr>
            <p:cNvPr id="114" name="Connector: Elbow 113">
              <a:extLst>
                <a:ext uri="{FF2B5EF4-FFF2-40B4-BE49-F238E27FC236}">
                  <a16:creationId xmlns:a16="http://schemas.microsoft.com/office/drawing/2014/main" id="{7219E4C7-9C54-60F5-54F4-857233902FA1}"/>
                </a:ext>
              </a:extLst>
            </p:cNvPr>
            <p:cNvCxnSpPr>
              <a:cxnSpLocks/>
              <a:stCxn id="37" idx="0"/>
              <a:endCxn id="7" idx="2"/>
            </p:cNvCxnSpPr>
            <p:nvPr/>
          </p:nvCxnSpPr>
          <p:spPr>
            <a:xfrm rot="16200000" flipV="1">
              <a:off x="2218743" y="3076129"/>
              <a:ext cx="953028" cy="3208421"/>
            </a:xfrm>
            <a:prstGeom prst="bentConnector3">
              <a:avLst>
                <a:gd name="adj1" fmla="val 81982"/>
              </a:avLst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: Elbow 114">
              <a:extLst>
                <a:ext uri="{FF2B5EF4-FFF2-40B4-BE49-F238E27FC236}">
                  <a16:creationId xmlns:a16="http://schemas.microsoft.com/office/drawing/2014/main" id="{289EE20A-E0BF-5967-145D-AD5A38C524C8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rot="16200000" flipV="1">
              <a:off x="3496003" y="4353390"/>
              <a:ext cx="1145256" cy="461672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or: Elbow 118">
              <a:extLst>
                <a:ext uri="{FF2B5EF4-FFF2-40B4-BE49-F238E27FC236}">
                  <a16:creationId xmlns:a16="http://schemas.microsoft.com/office/drawing/2014/main" id="{85B9EC4F-84DD-A78D-FAE6-026B0B11046E}"/>
                </a:ext>
              </a:extLst>
            </p:cNvPr>
            <p:cNvCxnSpPr>
              <a:cxnSpLocks/>
              <a:stCxn id="45" idx="0"/>
              <a:endCxn id="38" idx="3"/>
            </p:cNvCxnSpPr>
            <p:nvPr/>
          </p:nvCxnSpPr>
          <p:spPr>
            <a:xfrm rot="5400000" flipH="1" flipV="1">
              <a:off x="1555845" y="2523089"/>
              <a:ext cx="1407467" cy="2854043"/>
            </a:xfrm>
            <a:prstGeom prst="bentConnector3">
              <a:avLst>
                <a:gd name="adj1" fmla="val 9870"/>
              </a:avLst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or: Elbow 156">
              <a:extLst>
                <a:ext uri="{FF2B5EF4-FFF2-40B4-BE49-F238E27FC236}">
                  <a16:creationId xmlns:a16="http://schemas.microsoft.com/office/drawing/2014/main" id="{708DC8D9-D108-DA54-AC83-7A9026EB3438}"/>
                </a:ext>
              </a:extLst>
            </p:cNvPr>
            <p:cNvCxnSpPr>
              <a:cxnSpLocks/>
              <a:stCxn id="37" idx="0"/>
              <a:endCxn id="15" idx="2"/>
            </p:cNvCxnSpPr>
            <p:nvPr/>
          </p:nvCxnSpPr>
          <p:spPr>
            <a:xfrm rot="5400000" flipH="1" flipV="1">
              <a:off x="4559846" y="3752543"/>
              <a:ext cx="1143933" cy="1664690"/>
            </a:xfrm>
            <a:prstGeom prst="bentConnector3">
              <a:avLst/>
            </a:prstGeom>
            <a:ln>
              <a:solidFill>
                <a:srgbClr val="00B05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: Elbow 158">
              <a:extLst>
                <a:ext uri="{FF2B5EF4-FFF2-40B4-BE49-F238E27FC236}">
                  <a16:creationId xmlns:a16="http://schemas.microsoft.com/office/drawing/2014/main" id="{88C4B373-1989-1557-0B08-90F7A4D08D56}"/>
                </a:ext>
              </a:extLst>
            </p:cNvPr>
            <p:cNvCxnSpPr>
              <a:cxnSpLocks/>
              <a:stCxn id="37" idx="0"/>
              <a:endCxn id="17" idx="3"/>
            </p:cNvCxnSpPr>
            <p:nvPr/>
          </p:nvCxnSpPr>
          <p:spPr>
            <a:xfrm rot="5400000" flipH="1" flipV="1">
              <a:off x="4482237" y="2850916"/>
              <a:ext cx="2123169" cy="2488708"/>
            </a:xfrm>
            <a:prstGeom prst="bentConnector4">
              <a:avLst>
                <a:gd name="adj1" fmla="val 27038"/>
                <a:gd name="adj2" fmla="val 109185"/>
              </a:avLst>
            </a:prstGeom>
            <a:ln>
              <a:solidFill>
                <a:srgbClr val="00B05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F0459F0-681E-81A3-D5F2-FA8963FE5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35000"/>
            </a:blip>
            <a:srcRect l="18941" t="14460" r="18825" b="13375"/>
            <a:stretch>
              <a:fillRect/>
            </a:stretch>
          </p:blipFill>
          <p:spPr>
            <a:xfrm rot="5400000" flipH="1">
              <a:off x="3522947" y="3295718"/>
              <a:ext cx="327307" cy="228623"/>
            </a:xfrm>
            <a:prstGeom prst="rect">
              <a:avLst/>
            </a:prstGeom>
          </p:spPr>
        </p:pic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7A391B9-A025-0AC4-54D2-6EE01A208E88}"/>
                </a:ext>
              </a:extLst>
            </p:cNvPr>
            <p:cNvSpPr/>
            <p:nvPr/>
          </p:nvSpPr>
          <p:spPr>
            <a:xfrm>
              <a:off x="1797620" y="4654464"/>
              <a:ext cx="1172622" cy="493851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latin typeface="Arial" panose="020B0604020202020204" pitchFamily="34" charset="0"/>
                  <a:cs typeface="Arial" panose="020B0604020202020204" pitchFamily="34" charset="0"/>
                </a:rPr>
                <a:t>DC to AC Converter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C0757B4-594D-EF11-FAEB-1B07C95482FD}"/>
                </a:ext>
              </a:extLst>
            </p:cNvPr>
            <p:cNvSpPr/>
            <p:nvPr/>
          </p:nvSpPr>
          <p:spPr>
            <a:xfrm>
              <a:off x="246246" y="4653843"/>
              <a:ext cx="1172622" cy="493851"/>
            </a:xfrm>
            <a:prstGeom prst="round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>
                  <a:latin typeface="Arial" panose="020B0604020202020204" pitchFamily="34" charset="0"/>
                  <a:cs typeface="Arial" panose="020B0604020202020204" pitchFamily="34" charset="0"/>
                </a:rPr>
                <a:t>Adapter</a:t>
              </a:r>
              <a:endParaRPr lang="en-IN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DFFD610C-F358-5338-7441-7A4EDA58FA8D}"/>
                </a:ext>
              </a:extLst>
            </p:cNvPr>
            <p:cNvCxnSpPr>
              <a:cxnSpLocks/>
              <a:stCxn id="37" idx="0"/>
              <a:endCxn id="39" idx="3"/>
            </p:cNvCxnSpPr>
            <p:nvPr/>
          </p:nvCxnSpPr>
          <p:spPr>
            <a:xfrm rot="16200000" flipV="1">
              <a:off x="3507123" y="4364509"/>
              <a:ext cx="255464" cy="1329225"/>
            </a:xfrm>
            <a:prstGeom prst="bentConnector2">
              <a:avLst/>
            </a:prstGeom>
            <a:ln>
              <a:solidFill>
                <a:srgbClr val="00B05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971EE572-F05A-9B22-D31D-7F4361EE41E3}"/>
                </a:ext>
              </a:extLst>
            </p:cNvPr>
            <p:cNvCxnSpPr>
              <a:cxnSpLocks/>
              <a:stCxn id="39" idx="1"/>
              <a:endCxn id="45" idx="3"/>
            </p:cNvCxnSpPr>
            <p:nvPr/>
          </p:nvCxnSpPr>
          <p:spPr>
            <a:xfrm rot="10800000">
              <a:off x="1418868" y="4900770"/>
              <a:ext cx="378752" cy="621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prstDash val="lg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: Elbow 62">
              <a:extLst>
                <a:ext uri="{FF2B5EF4-FFF2-40B4-BE49-F238E27FC236}">
                  <a16:creationId xmlns:a16="http://schemas.microsoft.com/office/drawing/2014/main" id="{7733DA98-66D7-B91B-6F49-C215A4F62F9D}"/>
                </a:ext>
              </a:extLst>
            </p:cNvPr>
            <p:cNvCxnSpPr>
              <a:cxnSpLocks/>
            </p:cNvCxnSpPr>
            <p:nvPr/>
          </p:nvCxnSpPr>
          <p:spPr>
            <a:xfrm>
              <a:off x="1769637" y="1852131"/>
              <a:ext cx="1083534" cy="103444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C9FC879-3009-3F90-6316-D22DA86611DD}"/>
                </a:ext>
              </a:extLst>
            </p:cNvPr>
            <p:cNvSpPr/>
            <p:nvPr/>
          </p:nvSpPr>
          <p:spPr>
            <a:xfrm>
              <a:off x="249648" y="1595087"/>
              <a:ext cx="1666873" cy="493851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>
                  <a:latin typeface="Arial" panose="020B0604020202020204" pitchFamily="34" charset="0"/>
                  <a:cs typeface="Arial" panose="020B0604020202020204" pitchFamily="34" charset="0"/>
                </a:rPr>
                <a:t>IMU</a:t>
              </a:r>
              <a:br>
                <a:rPr lang="en-IN" sz="105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IN" sz="1050">
                  <a:latin typeface="Arial" panose="020B0604020202020204" pitchFamily="34" charset="0"/>
                  <a:cs typeface="Arial" panose="020B0604020202020204" pitchFamily="34" charset="0"/>
                </a:rPr>
                <a:t>(Inbuilt with ZED Camera)</a:t>
              </a:r>
            </a:p>
          </p:txBody>
        </p: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E361FF64-FD7E-096E-41D9-DDF4BA56AC9E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1928293" y="3104643"/>
              <a:ext cx="924878" cy="71337"/>
            </a:xfrm>
            <a:prstGeom prst="bentConnector3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B22987C-0909-D50B-5BBB-11FF9CCD9E88}"/>
                </a:ext>
              </a:extLst>
            </p:cNvPr>
            <p:cNvSpPr txBox="1"/>
            <p:nvPr/>
          </p:nvSpPr>
          <p:spPr>
            <a:xfrm>
              <a:off x="1780301" y="1809657"/>
              <a:ext cx="89223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700">
                  <a:latin typeface="Arial" panose="020B0604020202020204" pitchFamily="34" charset="0"/>
                  <a:cs typeface="Arial" panose="020B0604020202020204" pitchFamily="34" charset="0"/>
                </a:rPr>
                <a:t>Slip Compensation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1516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B6DC-6495-A75C-6D01-E03FB03B1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62350-B107-81D9-2E83-824C7094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2D73-ABBB-4738-B8CF-04AA246A36FA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11/11/2025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A1E5F25-3B2A-7A17-2A94-D8F8B774D6B8}"/>
              </a:ext>
            </a:extLst>
          </p:cNvPr>
          <p:cNvSpPr txBox="1">
            <a:spLocks/>
          </p:cNvSpPr>
          <p:nvPr/>
        </p:nvSpPr>
        <p:spPr>
          <a:xfrm>
            <a:off x="2897281" y="634518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80540C-8B8E-CE8A-A2B4-12A1E8FE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F0983B-DBAB-5B36-0929-46FDD1C4E22C}"/>
              </a:ext>
            </a:extLst>
          </p:cNvPr>
          <p:cNvSpPr txBox="1"/>
          <p:nvPr/>
        </p:nvSpPr>
        <p:spPr>
          <a:xfrm>
            <a:off x="628650" y="1159206"/>
            <a:ext cx="8095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F9734F-BF6D-68DC-4A4B-9B6ADC4D2447}"/>
              </a:ext>
            </a:extLst>
          </p:cNvPr>
          <p:cNvSpPr txBox="1"/>
          <p:nvPr/>
        </p:nvSpPr>
        <p:spPr>
          <a:xfrm>
            <a:off x="859914" y="1867838"/>
            <a:ext cx="7655436" cy="3684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System Architecture and Environment Setup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Structural Modifications and Charging Equipment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Mapping and Localization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Navigation and Task Handling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User Interface Development &amp; Integration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Testing and Validation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Mobile Robotics Experiments with DaNI">
            <a:extLst>
              <a:ext uri="{FF2B5EF4-FFF2-40B4-BE49-F238E27FC236}">
                <a16:creationId xmlns:a16="http://schemas.microsoft.com/office/drawing/2014/main" id="{3675A8C8-6588-9C5B-C2F3-3EE502CAFA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725" y="1867838"/>
            <a:ext cx="2333625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yellow box on a stand next to a computer&#10;&#10;AI-generated content may be incorrect.">
            <a:extLst>
              <a:ext uri="{FF2B5EF4-FFF2-40B4-BE49-F238E27FC236}">
                <a16:creationId xmlns:a16="http://schemas.microsoft.com/office/drawing/2014/main" id="{E571FBEB-5C3E-8ECF-81A5-2673FBB24C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75" y="3944320"/>
            <a:ext cx="17145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47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AD41A-54C2-DFCA-C9C8-85FFB4841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03197-9B3E-05F0-57BD-928382A8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2D73-ABBB-4738-B8CF-04AA246A36FA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11/11/2025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895F31D-DC48-0DD2-ACCD-1490A7B16D67}"/>
              </a:ext>
            </a:extLst>
          </p:cNvPr>
          <p:cNvSpPr txBox="1">
            <a:spLocks/>
          </p:cNvSpPr>
          <p:nvPr/>
        </p:nvSpPr>
        <p:spPr>
          <a:xfrm>
            <a:off x="2897281" y="634518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F0FB19-3E83-1650-4CE1-549EC33D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221B91-75F7-5546-5814-9B42DA48EC88}"/>
              </a:ext>
            </a:extLst>
          </p:cNvPr>
          <p:cNvSpPr txBox="1"/>
          <p:nvPr/>
        </p:nvSpPr>
        <p:spPr>
          <a:xfrm>
            <a:off x="628650" y="1072772"/>
            <a:ext cx="8095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Context &amp; Motivation</a:t>
            </a:r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1C8C01-6F50-1103-D104-AAF863F11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09413"/>
              </p:ext>
            </p:extLst>
          </p:nvPr>
        </p:nvGraphicFramePr>
        <p:xfrm>
          <a:off x="265471" y="1746035"/>
          <a:ext cx="8681886" cy="4459518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893962">
                  <a:extLst>
                    <a:ext uri="{9D8B030D-6E8A-4147-A177-3AD203B41FA5}">
                      <a16:colId xmlns:a16="http://schemas.microsoft.com/office/drawing/2014/main" val="2982281697"/>
                    </a:ext>
                  </a:extLst>
                </a:gridCol>
                <a:gridCol w="2893962">
                  <a:extLst>
                    <a:ext uri="{9D8B030D-6E8A-4147-A177-3AD203B41FA5}">
                      <a16:colId xmlns:a16="http://schemas.microsoft.com/office/drawing/2014/main" val="746202581"/>
                    </a:ext>
                  </a:extLst>
                </a:gridCol>
                <a:gridCol w="2893962">
                  <a:extLst>
                    <a:ext uri="{9D8B030D-6E8A-4147-A177-3AD203B41FA5}">
                      <a16:colId xmlns:a16="http://schemas.microsoft.com/office/drawing/2014/main" val="1957951845"/>
                    </a:ext>
                  </a:extLst>
                </a:gridCol>
              </a:tblGrid>
              <a:tr h="18952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>
                          <a:latin typeface="+mn-lt"/>
                        </a:rPr>
                        <a:t>Name</a:t>
                      </a:r>
                      <a:endParaRPr lang="en-IN" sz="1100">
                        <a:latin typeface="+mn-lt"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>
                          <a:latin typeface="+mn-lt"/>
                        </a:rPr>
                        <a:t>Context</a:t>
                      </a:r>
                      <a:endParaRPr lang="en-IN" sz="1100">
                        <a:latin typeface="+mn-lt"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>
                          <a:latin typeface="+mn-lt"/>
                        </a:rPr>
                        <a:t>Motivation</a:t>
                      </a:r>
                      <a:endParaRPr lang="en-IN" sz="1100">
                        <a:latin typeface="+mn-lt"/>
                      </a:endParaRP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1413889426"/>
                  </a:ext>
                </a:extLst>
              </a:tr>
              <a:tr h="65421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>
                          <a:latin typeface="+mn-lt"/>
                        </a:rPr>
                        <a:t>Operational Scope</a:t>
                      </a:r>
                      <a:endParaRPr lang="en-IN" sz="1100">
                        <a:latin typeface="+mn-lt"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>
                          <a:latin typeface="+mn-lt"/>
                        </a:rPr>
                        <a:t>The robot operates only within a single floor (only room entrances), as it lacks stair-climbing or elevator integration capabilities.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>
                          <a:latin typeface="+mn-lt"/>
                        </a:rPr>
                        <a:t>To ensure reliable navigation and path planning within a controlled environment minimizing complexity in the initial implementation.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246779328"/>
                  </a:ext>
                </a:extLst>
              </a:tr>
              <a:tr h="94033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>
                          <a:latin typeface="+mn-lt"/>
                        </a:rPr>
                        <a:t>Environmental Factors</a:t>
                      </a:r>
                      <a:endParaRPr lang="en-IN" sz="1100">
                        <a:latin typeface="+mn-lt"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>
                          <a:latin typeface="+mn-lt"/>
                        </a:rPr>
                        <a:t>Designed for indoor environments with flat floors with adequate lighting and Wi-Fi coverage.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>
                          <a:latin typeface="+mn-lt"/>
                        </a:rPr>
                        <a:t>Flat, even surfaces minimize odometry drift and prevent sensor misalignment, ensuring consistent motion tracking and obstacle detection. Adequate lighting supports stereo vision accuracy, while stable Wi-Fi ensures reliable task communication.</a:t>
                      </a:r>
                      <a:endParaRPr lang="en-GB" sz="1100">
                        <a:latin typeface="+mn-lt"/>
                      </a:endParaRP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3745425648"/>
                  </a:ext>
                </a:extLst>
              </a:tr>
              <a:tr h="68254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>
                          <a:latin typeface="+mn-lt"/>
                        </a:rPr>
                        <a:t>Payload Considerations</a:t>
                      </a:r>
                      <a:endParaRPr lang="en-IN" sz="1100">
                        <a:latin typeface="+mn-lt"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>
                          <a:latin typeface="+mn-lt"/>
                        </a:rPr>
                        <a:t>Limited to lightweight materials and equipment.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>
                          <a:latin typeface="+mn-lt"/>
                        </a:rPr>
                        <a:t>To maintain mechanical stability and power efficiency while ensuring the drive system can achieve precise movement and stopping without overloading.</a:t>
                      </a:r>
                      <a:endParaRPr lang="en-IN" sz="11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930766"/>
                  </a:ext>
                </a:extLst>
              </a:tr>
              <a:tr h="64001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>
                          <a:latin typeface="+mn-lt"/>
                        </a:rPr>
                        <a:t>Power and Energy Management</a:t>
                      </a:r>
                      <a:endParaRPr lang="en-IN" sz="1100">
                        <a:latin typeface="+mn-lt"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>
                          <a:latin typeface="+mn-lt"/>
                        </a:rPr>
                        <a:t>The robot operates on an onboard battery system, with runtime limited by its energy capacity.</a:t>
                      </a:r>
                      <a:endParaRPr lang="en-GB" sz="1100" b="0">
                        <a:latin typeface="+mn-lt"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>
                          <a:latin typeface="+mn-lt"/>
                        </a:rPr>
                        <a:t>To maintain complete mobility and independence from fixed power sources, allowing the robot to operate freely within the floor without external power connections.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428309528"/>
                  </a:ext>
                </a:extLst>
              </a:tr>
              <a:tr h="106740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100" b="1">
                          <a:latin typeface="+mn-lt"/>
                        </a:rPr>
                        <a:t>Safety and Human Interaction</a:t>
                      </a:r>
                      <a:endParaRPr lang="en-IN" sz="1100">
                        <a:latin typeface="+mn-lt"/>
                      </a:endParaRP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>
                          <a:latin typeface="+mn-lt"/>
                        </a:rPr>
                        <a:t>The robot employs a stall-and-alert approach for handling dynamic obstacles and alerts nearby individuals to clear the path while avoiding static obstacles to reduce algorithmic complexity and avoid multiple case issues.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GB" sz="1100">
                          <a:latin typeface="+mn-lt"/>
                        </a:rPr>
                        <a:t>To balance safety and efficiency by focusing on predictable navigation behaviour that minimizes computational load and avoids unpredictable re-planning near humans.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1670214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798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F727D-70DB-6728-6A75-09E34CF4A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A29E1-B952-F6EF-1E92-612123E01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2D73-ABBB-4738-B8CF-04AA246A36FA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11/11/2025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B98B35B-3FED-184D-369B-5B91A4595438}"/>
              </a:ext>
            </a:extLst>
          </p:cNvPr>
          <p:cNvSpPr txBox="1">
            <a:spLocks/>
          </p:cNvSpPr>
          <p:nvPr/>
        </p:nvSpPr>
        <p:spPr>
          <a:xfrm>
            <a:off x="2897281" y="634518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DF1DB1-3790-EB6C-FF1A-CF4CA8CD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31F9BF-BBAD-AC58-47D4-30A21E0E3E84}"/>
              </a:ext>
            </a:extLst>
          </p:cNvPr>
          <p:cNvSpPr txBox="1"/>
          <p:nvPr/>
        </p:nvSpPr>
        <p:spPr>
          <a:xfrm>
            <a:off x="628650" y="1283695"/>
            <a:ext cx="8095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graph with colorful rectangular objects&#10;&#10;AI-generated content may be incorrect.">
            <a:extLst>
              <a:ext uri="{FF2B5EF4-FFF2-40B4-BE49-F238E27FC236}">
                <a16:creationId xmlns:a16="http://schemas.microsoft.com/office/drawing/2014/main" id="{F65DF573-D5CC-B499-1C22-34EFC1450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47339"/>
            <a:ext cx="9144000" cy="323576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25008C51-B5BA-7D66-A900-4B00C8DB4D62}"/>
              </a:ext>
            </a:extLst>
          </p:cNvPr>
          <p:cNvGrpSpPr/>
          <p:nvPr/>
        </p:nvGrpSpPr>
        <p:grpSpPr>
          <a:xfrm>
            <a:off x="1807456" y="5634254"/>
            <a:ext cx="5737860" cy="370943"/>
            <a:chOff x="628650" y="5663462"/>
            <a:chExt cx="5737860" cy="37094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F957DA-3EB3-5D69-CD40-9F3BC8E3F21B}"/>
                </a:ext>
              </a:extLst>
            </p:cNvPr>
            <p:cNvSpPr/>
            <p:nvPr/>
          </p:nvSpPr>
          <p:spPr>
            <a:xfrm>
              <a:off x="628650" y="5669280"/>
              <a:ext cx="1299210" cy="365125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All</a:t>
              </a:r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3E4CB9-4E21-D656-3C00-D6F7D310DA2C}"/>
                </a:ext>
              </a:extLst>
            </p:cNvPr>
            <p:cNvSpPr/>
            <p:nvPr/>
          </p:nvSpPr>
          <p:spPr>
            <a:xfrm>
              <a:off x="2080260" y="5663462"/>
              <a:ext cx="1299210" cy="3651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err="1"/>
                <a:t>Lalithesh</a:t>
              </a:r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40F592-08EC-97F1-8F8A-5DDFEC789CB7}"/>
                </a:ext>
              </a:extLst>
            </p:cNvPr>
            <p:cNvSpPr/>
            <p:nvPr/>
          </p:nvSpPr>
          <p:spPr>
            <a:xfrm>
              <a:off x="3573780" y="5663462"/>
              <a:ext cx="1299210" cy="365125"/>
            </a:xfrm>
            <a:prstGeom prst="rect">
              <a:avLst/>
            </a:prstGeom>
            <a:solidFill>
              <a:srgbClr val="FF00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Tejas</a:t>
              </a:r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365D501-9CD9-1B63-E3C0-D4AF18386EA7}"/>
                </a:ext>
              </a:extLst>
            </p:cNvPr>
            <p:cNvSpPr/>
            <p:nvPr/>
          </p:nvSpPr>
          <p:spPr>
            <a:xfrm>
              <a:off x="5067300" y="5663860"/>
              <a:ext cx="1299210" cy="365125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Preetham</a:t>
              </a:r>
              <a:endParaRPr lang="en-IN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2F82A7-05EE-7419-6843-13D10848458B}"/>
              </a:ext>
            </a:extLst>
          </p:cNvPr>
          <p:cNvSpPr/>
          <p:nvPr/>
        </p:nvSpPr>
        <p:spPr>
          <a:xfrm>
            <a:off x="628650" y="4741985"/>
            <a:ext cx="936381" cy="146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E3B64A-E2CF-869D-9C6E-A38075BEB21E}"/>
              </a:ext>
            </a:extLst>
          </p:cNvPr>
          <p:cNvSpPr txBox="1"/>
          <p:nvPr/>
        </p:nvSpPr>
        <p:spPr>
          <a:xfrm>
            <a:off x="570507" y="4705613"/>
            <a:ext cx="10526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>
                <a:solidFill>
                  <a:schemeClr val="bg2">
                    <a:lumMod val="25000"/>
                  </a:schemeClr>
                </a:solidFill>
              </a:rPr>
              <a:t>Real-world Testing</a:t>
            </a:r>
            <a:endParaRPr lang="en-IN" sz="8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9B6CDC-FFDC-C2EB-AC3D-17FA6FAD3F50}"/>
              </a:ext>
            </a:extLst>
          </p:cNvPr>
          <p:cNvSpPr/>
          <p:nvPr/>
        </p:nvSpPr>
        <p:spPr>
          <a:xfrm>
            <a:off x="575891" y="4976450"/>
            <a:ext cx="936381" cy="1465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598C3B-503D-14F7-F2E6-4A75E03B8536}"/>
              </a:ext>
            </a:extLst>
          </p:cNvPr>
          <p:cNvSpPr txBox="1"/>
          <p:nvPr/>
        </p:nvSpPr>
        <p:spPr>
          <a:xfrm>
            <a:off x="564642" y="4934215"/>
            <a:ext cx="1539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>
                <a:solidFill>
                  <a:schemeClr val="bg2">
                    <a:lumMod val="25000"/>
                  </a:schemeClr>
                </a:solidFill>
              </a:rPr>
              <a:t>Documentation &amp; Reporting</a:t>
            </a:r>
            <a:endParaRPr lang="en-IN" sz="80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817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6402551-EA9C-73F5-5003-B29F382DF1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9167500"/>
              </p:ext>
            </p:extLst>
          </p:nvPr>
        </p:nvGraphicFramePr>
        <p:xfrm>
          <a:off x="733036" y="1368445"/>
          <a:ext cx="7886700" cy="5071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989">
                  <a:extLst>
                    <a:ext uri="{9D8B030D-6E8A-4147-A177-3AD203B41FA5}">
                      <a16:colId xmlns:a16="http://schemas.microsoft.com/office/drawing/2014/main" val="315091124"/>
                    </a:ext>
                  </a:extLst>
                </a:gridCol>
                <a:gridCol w="5211711">
                  <a:extLst>
                    <a:ext uri="{9D8B030D-6E8A-4147-A177-3AD203B41FA5}">
                      <a16:colId xmlns:a16="http://schemas.microsoft.com/office/drawing/2014/main" val="2786607820"/>
                    </a:ext>
                  </a:extLst>
                </a:gridCol>
              </a:tblGrid>
              <a:tr h="352767">
                <a:tc>
                  <a:txBody>
                    <a:bodyPr/>
                    <a:lstStyle/>
                    <a:p>
                      <a:r>
                        <a:rPr lang="en-IN" sz="900"/>
                        <a:t>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6120172"/>
                  </a:ext>
                </a:extLst>
              </a:tr>
              <a:tr h="352067">
                <a:tc>
                  <a:txBody>
                    <a:bodyPr/>
                    <a:lstStyle/>
                    <a:p>
                      <a:r>
                        <a:rPr lang="en-IN" sz="900"/>
                        <a:t>System Design &amp;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System Workflow &amp; Behavioural Flowchart, Review of System Workflow and Behavioural Flowchart, Setup Development Environment, Procure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815351"/>
                  </a:ext>
                </a:extLst>
              </a:tr>
              <a:tr h="352067">
                <a:tc>
                  <a:txBody>
                    <a:bodyPr/>
                    <a:lstStyle/>
                    <a:p>
                      <a:r>
                        <a:rPr lang="en-IN" sz="900"/>
                        <a:t>Structural Modification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/>
                        <a:t>Chassis height increase and casing design, Increase Chassis Height and Fabricate Case</a:t>
                      </a:r>
                      <a:endParaRPr lang="en-IN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59114"/>
                  </a:ext>
                </a:extLst>
              </a:tr>
              <a:tr h="352067">
                <a:tc>
                  <a:txBody>
                    <a:bodyPr/>
                    <a:lstStyle/>
                    <a:p>
                      <a:r>
                        <a:rPr lang="en-IN" sz="900"/>
                        <a:t>Charging Module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Design &amp; Integration of Charging module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320948"/>
                  </a:ext>
                </a:extLst>
              </a:tr>
              <a:tr h="352067">
                <a:tc>
                  <a:txBody>
                    <a:bodyPr/>
                    <a:lstStyle/>
                    <a:p>
                      <a:r>
                        <a:rPr lang="en-IN" sz="900"/>
                        <a:t>Hardware Wiring &amp;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Hardware placement &amp; wiring, Integration &amp; Interfacing of Hardware Components, Testing &amp; Validation of Hardware,</a:t>
                      </a:r>
                    </a:p>
                    <a:p>
                      <a:r>
                        <a:rPr lang="en-GB" sz="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Integrate Speaker for Voice Alerts</a:t>
                      </a:r>
                      <a:endParaRPr lang="en-IN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765549"/>
                  </a:ext>
                </a:extLst>
              </a:tr>
              <a:tr h="352067">
                <a:tc>
                  <a:txBody>
                    <a:bodyPr/>
                    <a:lstStyle/>
                    <a:p>
                      <a:r>
                        <a:rPr lang="en-IN" sz="900"/>
                        <a:t>Environment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Setup Environment to Build Map (Aruco Tags), </a:t>
                      </a:r>
                      <a:r>
                        <a:rPr lang="en-GB" sz="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Develop approach to build &amp; store map using depth information from ZED Camera</a:t>
                      </a:r>
                      <a:endParaRPr lang="en-IN" sz="9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23075"/>
                  </a:ext>
                </a:extLst>
              </a:tr>
              <a:tr h="380012">
                <a:tc>
                  <a:txBody>
                    <a:bodyPr/>
                    <a:lstStyle/>
                    <a:p>
                      <a:r>
                        <a:rPr lang="en-IN" sz="900"/>
                        <a:t>UI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Developer UI(Joystick for piloting), Integrate Joystick UI with Jetson and Motors for Piloting, </a:t>
                      </a:r>
                      <a:r>
                        <a:rPr lang="en-GB" sz="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Integrate Odometry and IMU based Localization in Developer UI,</a:t>
                      </a:r>
                      <a:r>
                        <a:rPr lang="en-IN" sz="900"/>
                        <a:t> Display Stored Map on Developer UI, Get Pickup &amp; Dropoff Points, Multi –User Login and Task Management, Development &amp; Integration of User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340160"/>
                  </a:ext>
                </a:extLst>
              </a:tr>
              <a:tr h="3520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/>
                        <a:t>Localization &amp; Motion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Encoder feedback and Odometry, Integrate IMU for Slip Compensation, Testing and Validation of Localization based on Odometry and IMU data, PID Tuning of Motors for speed control, </a:t>
                      </a:r>
                      <a:r>
                        <a:rPr lang="en-IN" sz="9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 drive kinematics, Integrate Aruco based localization</a:t>
                      </a:r>
                      <a:endParaRPr lang="en-GB" sz="9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776355"/>
                  </a:ext>
                </a:extLst>
              </a:tr>
              <a:tr h="3520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/>
                        <a:t>Perception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/>
                        <a:t>Integrate ARUCO Based Labelling, Cliff &amp; Proximity Detection, Obstacle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171883"/>
                  </a:ext>
                </a:extLst>
              </a:tr>
              <a:tr h="3520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/>
                        <a:t>Path Planning and Navigation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00"/>
                        <a:t>Global Planning Algorithm, Local Planning, Task Scheduling Algorithm, Integration &amp; Testing of Navigation Stack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584825"/>
                  </a:ext>
                </a:extLst>
              </a:tr>
              <a:tr h="352067">
                <a:tc>
                  <a:txBody>
                    <a:bodyPr/>
                    <a:lstStyle/>
                    <a:p>
                      <a:r>
                        <a:rPr lang="en-IN" sz="900"/>
                        <a:t>Autonomous Docking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Autonomous Docking &amp; Charging Station Setup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294610"/>
                  </a:ext>
                </a:extLst>
              </a:tr>
              <a:tr h="352067">
                <a:tc>
                  <a:txBody>
                    <a:bodyPr/>
                    <a:lstStyle/>
                    <a:p>
                      <a:r>
                        <a:rPr lang="en-IN" sz="900"/>
                        <a:t>Real-World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Perform Real-World Delivery trials &amp; Fixing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456558"/>
                  </a:ext>
                </a:extLst>
              </a:tr>
              <a:tr h="352067">
                <a:tc>
                  <a:txBody>
                    <a:bodyPr/>
                    <a:lstStyle/>
                    <a:p>
                      <a:r>
                        <a:rPr lang="en-IN" sz="900"/>
                        <a:t>Documentation &amp; 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900"/>
                        <a:t>Code Documentation, Hardware Documentation, Report Preparation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174749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370FE-5316-9E07-A14A-55E8E225A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F1EFC-F108-45D5-BD59-031920F9137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63C32-B115-1E96-3706-7E4ADD60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5D50A-10E6-87AB-7DC9-F8749ED7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5BC99E-AB4F-6396-6507-AD8C0B28748A}"/>
              </a:ext>
            </a:extLst>
          </p:cNvPr>
          <p:cNvSpPr txBox="1"/>
          <p:nvPr/>
        </p:nvSpPr>
        <p:spPr>
          <a:xfrm>
            <a:off x="628650" y="889846"/>
            <a:ext cx="8095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Subtasks in Modules</a:t>
            </a:r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56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68022-A3EA-8D55-B543-675009CD1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9698E-33A4-91C3-9AB4-1FDDB1E77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2D73-ABBB-4738-B8CF-04AA246A36FA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11/11/2025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C39B89E-324F-F2CF-16F9-A716C65CB051}"/>
              </a:ext>
            </a:extLst>
          </p:cNvPr>
          <p:cNvSpPr txBox="1">
            <a:spLocks/>
          </p:cNvSpPr>
          <p:nvPr/>
        </p:nvSpPr>
        <p:spPr>
          <a:xfrm>
            <a:off x="2897281" y="634518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B0750-1F56-F084-E468-1DD7A4E9A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53CD07-6104-00DB-29ED-1E44498A8997}"/>
              </a:ext>
            </a:extLst>
          </p:cNvPr>
          <p:cNvSpPr txBox="1"/>
          <p:nvPr/>
        </p:nvSpPr>
        <p:spPr>
          <a:xfrm>
            <a:off x="524264" y="1124763"/>
            <a:ext cx="8095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 Split-up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342D68-C550-DAF1-5CB3-3280AC241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609850"/>
              </p:ext>
            </p:extLst>
          </p:nvPr>
        </p:nvGraphicFramePr>
        <p:xfrm>
          <a:off x="299476" y="1940921"/>
          <a:ext cx="8572500" cy="4030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0">
                  <a:extLst>
                    <a:ext uri="{9D8B030D-6E8A-4147-A177-3AD203B41FA5}">
                      <a16:colId xmlns:a16="http://schemas.microsoft.com/office/drawing/2014/main" val="1242445958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3264507858"/>
                    </a:ext>
                  </a:extLst>
                </a:gridCol>
              </a:tblGrid>
              <a:tr h="806086">
                <a:tc>
                  <a:txBody>
                    <a:bodyPr/>
                    <a:lstStyle/>
                    <a:p>
                      <a:r>
                        <a:rPr lang="en-GB" sz="1400"/>
                        <a:t>Member 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Modules</a:t>
                      </a:r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131592"/>
                  </a:ext>
                </a:extLst>
              </a:tr>
              <a:tr h="806086">
                <a:tc>
                  <a:txBody>
                    <a:bodyPr/>
                    <a:lstStyle/>
                    <a:p>
                      <a:r>
                        <a:rPr lang="en-GB" sz="1400" err="1"/>
                        <a:t>Lalithesh</a:t>
                      </a:r>
                      <a:r>
                        <a:rPr lang="en-GB" sz="1400"/>
                        <a:t> K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400"/>
                        <a:t>Charging Module Design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400"/>
                        <a:t>Hardware Wiring and Integration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400"/>
                        <a:t>Localization and Motion Control</a:t>
                      </a:r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757796"/>
                  </a:ext>
                </a:extLst>
              </a:tr>
              <a:tr h="806086">
                <a:tc>
                  <a:txBody>
                    <a:bodyPr/>
                    <a:lstStyle/>
                    <a:p>
                      <a:r>
                        <a:rPr lang="en-GB" sz="1400"/>
                        <a:t>Tejas M K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400"/>
                        <a:t>UI Development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/>
                        <a:t>Perception Module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/>
                        <a:t>Autonomous Docking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501528"/>
                  </a:ext>
                </a:extLst>
              </a:tr>
              <a:tr h="806086">
                <a:tc>
                  <a:txBody>
                    <a:bodyPr/>
                    <a:lstStyle/>
                    <a:p>
                      <a:r>
                        <a:rPr lang="en-GB" sz="1400"/>
                        <a:t>Preetham M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400"/>
                        <a:t>Structural Modification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400"/>
                        <a:t>Environment Mapping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400"/>
                        <a:t>Path Planning and Navigation</a:t>
                      </a:r>
                      <a:endParaRPr lang="en-IN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358783"/>
                  </a:ext>
                </a:extLst>
              </a:tr>
              <a:tr h="806086">
                <a:tc>
                  <a:txBody>
                    <a:bodyPr/>
                    <a:lstStyle/>
                    <a:p>
                      <a:r>
                        <a:rPr lang="en-GB" sz="1400"/>
                        <a:t>All</a:t>
                      </a:r>
                      <a:endParaRPr lang="en-IN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400"/>
                        <a:t>System design and procurement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400"/>
                        <a:t>Real world testing and validation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1400"/>
                        <a:t>Documentation and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577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348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9BD05-BF39-4E03-BD1E-2097AE83DAC9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11/11/2025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3838" y="967789"/>
            <a:ext cx="8582586" cy="742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Key Deliverables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9F8C390-5520-0A7B-D7E2-B7D05B64B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7E3646-5290-C595-16E3-3EC276A8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B5D2C-4020-566A-276A-A38C4174E0EF}"/>
              </a:ext>
            </a:extLst>
          </p:cNvPr>
          <p:cNvSpPr txBox="1"/>
          <p:nvPr/>
        </p:nvSpPr>
        <p:spPr>
          <a:xfrm>
            <a:off x="453838" y="1865187"/>
            <a:ext cx="8434873" cy="4214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Validated Core Platform: </a:t>
            </a:r>
            <a:r>
              <a:rPr lang="en-GB" sz="1200"/>
              <a:t>A functional indoor delivery system establishing the baseline architecture for autonomous logistics in structured environments. The robot is designed as a department-level asset.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Scalable Software Framework: </a:t>
            </a:r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Modular ROS-based architecture that can be extended to various floors, and cross-domain applications such as hospitals or offices.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Autonomous Charging Integration: </a:t>
            </a:r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a self-directed docking and plug-in charging system, allowing the robot to independently navigate to a charging station and restore power without human intervention.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Human-Aware Navigation: </a:t>
            </a:r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stack refined for safe coexistence with human movement, paving the way for more adaptive, context-aware robotic behaviour.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/>
              <a:t>Developer Dashboard and Maintenance Tools: </a:t>
            </a:r>
            <a:r>
              <a:rPr lang="en-GB" sz="1200"/>
              <a:t>A dedicated dashboard providing remote monitoring, manual pilot control, map updates, and troubleshooting capabilities. This interface allows developers to perform diagnostics, system calibration, and environment remapping efficiently.</a:t>
            </a:r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Analytical Outcomes: </a:t>
            </a:r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Insights into real-world accuracy, path optimization under dynamic conditions, and system-level trade-offs between autonomy and safety.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Foundation for Future Development: </a:t>
            </a:r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A validated base for extending to  various floors for autonomous delivery in large indoor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149270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4BBBD-5E06-4A22-B80C-095DC4481F9F}" type="datetime1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11/11/2025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0707" y="2340891"/>
            <a:ext cx="8582586" cy="204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96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A572774-3FDC-2026-9D2C-6EA27F083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>
                <a:latin typeface="Arial Black" panose="020B0A04020102020204" pitchFamily="34" charset="0"/>
              </a:rPr>
              <a:t>21MHP401L/403L - Major Project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302000-74E2-D1E2-F2CB-77AB6A39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96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76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0023F6-D920-460D-B30A-0F8881418394}">
  <we:reference id="wa200006798" version="1.0.0.0" store="en-US" storeType="OMEX"/>
  <we:alternateReferences>
    <we:reference id="WA200006798" version="1.0.0.0" store="WA200006798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11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GANGA</dc:creator>
  <cp:revision>1</cp:revision>
  <dcterms:created xsi:type="dcterms:W3CDTF">2018-08-13T09:05:25Z</dcterms:created>
  <dcterms:modified xsi:type="dcterms:W3CDTF">2025-11-12T05:03:27Z</dcterms:modified>
</cp:coreProperties>
</file>